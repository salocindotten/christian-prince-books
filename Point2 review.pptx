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82" r:id="rId5"/>
    <p:sldId id="310" r:id="rId6"/>
    <p:sldId id="312" r:id="rId7"/>
    <p:sldId id="313" r:id="rId8"/>
    <p:sldId id="314" r:id="rId9"/>
    <p:sldId id="315" r:id="rId10"/>
    <p:sldId id="316" r:id="rId11"/>
    <p:sldId id="318" r:id="rId12"/>
    <p:sldId id="319" r:id="rId13"/>
    <p:sldId id="317" r:id="rId14"/>
    <p:sldId id="311" r:id="rId15"/>
    <p:sldId id="292" r:id="rId16"/>
    <p:sldId id="297" r:id="rId17"/>
    <p:sldId id="298" r:id="rId18"/>
    <p:sldId id="299" r:id="rId19"/>
    <p:sldId id="300" r:id="rId20"/>
    <p:sldId id="30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20735" autoAdjust="0"/>
    <p:restoredTop sz="94631" autoAdjust="0"/>
  </p:normalViewPr>
  <p:slideViewPr>
    <p:cSldViewPr snapToGrid="0">
      <p:cViewPr>
        <p:scale>
          <a:sx n="70" d="100"/>
          <a:sy n="70" d="100"/>
        </p:scale>
        <p:origin x="-510" y="-1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886" y="102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ZA" smtClean="0"/>
              <a:pPr/>
              <a:t>2019/08/29</a:t>
            </a:fld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=""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ZA" smtClean="0"/>
              <a:pPr/>
              <a:t>2019/08/29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=""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25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Shape 2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Sma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">
            <a:extLst>
              <a:ext uri="{FF2B5EF4-FFF2-40B4-BE49-F238E27FC236}">
                <a16:creationId xmlns="" xmlns:a16="http://schemas.microsoft.com/office/drawing/2014/main" id="{837F9836-5B23-424D-8C60-AC02A8512A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80476" y="0"/>
            <a:ext cx="2211524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ZA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6990" y="4346296"/>
            <a:ext cx="6798250" cy="1674470"/>
          </a:xfrm>
        </p:spPr>
        <p:txBody>
          <a:bodyPr anchor="b"/>
          <a:lstStyle>
            <a:lvl1pPr algn="r">
              <a:lnSpc>
                <a:spcPts val="5000"/>
              </a:lnSpc>
              <a:defRPr sz="6000" b="1" cap="all" spc="-3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1904" y="4650539"/>
            <a:ext cx="3401478" cy="1192038"/>
          </a:xfrm>
          <a:solidFill>
            <a:schemeClr val="tx1"/>
          </a:solidFill>
        </p:spPr>
        <p:txBody>
          <a:bodyPr lIns="252000" tIns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ZA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756F2950-BBCB-4A53-9EAC-D714777B8FA2}"/>
              </a:ext>
            </a:extLst>
          </p:cNvPr>
          <p:cNvSpPr/>
          <p:nvPr userDrawn="1"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D5253865-24CF-4EF5-92A5-F64EB9ABC8B7}"/>
              </a:ext>
            </a:extLst>
          </p:cNvPr>
          <p:cNvSpPr/>
          <p:nvPr userDrawn="1"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BBE19773-9B6A-4A2C-95A5-69A3788C2D94}"/>
              </a:ext>
            </a:extLst>
          </p:cNvPr>
          <p:cNvSpPr/>
          <p:nvPr userDrawn="1"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</p:spTree>
    <p:extLst>
      <p:ext uri="{BB962C8B-B14F-4D97-AF65-F5344CB8AC3E}">
        <p14:creationId xmlns=""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554ED587-2D2F-4D3F-B55B-C64465AB4EC5}"/>
              </a:ext>
            </a:extLst>
          </p:cNvPr>
          <p:cNvSpPr/>
          <p:nvPr userDrawn="1"/>
        </p:nvSpPr>
        <p:spPr>
          <a:xfrm>
            <a:off x="69274" y="66963"/>
            <a:ext cx="9911201" cy="67273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6990" y="4346296"/>
            <a:ext cx="6798250" cy="1674470"/>
          </a:xfrm>
        </p:spPr>
        <p:txBody>
          <a:bodyPr anchor="b"/>
          <a:lstStyle>
            <a:lvl1pPr algn="r">
              <a:lnSpc>
                <a:spcPts val="5000"/>
              </a:lnSpc>
              <a:defRPr sz="6000" b="1" cap="all" spc="-3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6418" y="4650539"/>
            <a:ext cx="2456210" cy="1192038"/>
          </a:xfrm>
          <a:solidFill>
            <a:schemeClr val="bg1"/>
          </a:solidFill>
        </p:spPr>
        <p:txBody>
          <a:bodyPr lIns="252000" tIns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ZA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756F2950-BBCB-4A53-9EAC-D714777B8FA2}"/>
              </a:ext>
            </a:extLst>
          </p:cNvPr>
          <p:cNvSpPr/>
          <p:nvPr userDrawn="1"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D5253865-24CF-4EF5-92A5-F64EB9ABC8B7}"/>
              </a:ext>
            </a:extLst>
          </p:cNvPr>
          <p:cNvSpPr/>
          <p:nvPr userDrawn="1"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BBE19773-9B6A-4A2C-95A5-69A3788C2D94}"/>
              </a:ext>
            </a:extLst>
          </p:cNvPr>
          <p:cNvSpPr/>
          <p:nvPr userDrawn="1"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798A99C-9485-48F0-8E1E-227AD1348A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="" xmlns:p14="http://schemas.microsoft.com/office/powerpoint/2010/main" val="2218115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">
            <a:extLst>
              <a:ext uri="{FF2B5EF4-FFF2-40B4-BE49-F238E27FC236}">
                <a16:creationId xmlns="" xmlns:a16="http://schemas.microsoft.com/office/drawing/2014/main" id="{069FFAE5-B16E-4571-88F7-52FA5354B1A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273" y="63691"/>
            <a:ext cx="9911201" cy="6727346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ZA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6990" y="4346296"/>
            <a:ext cx="6798250" cy="1674470"/>
          </a:xfrm>
        </p:spPr>
        <p:txBody>
          <a:bodyPr anchor="b"/>
          <a:lstStyle>
            <a:lvl1pPr algn="r">
              <a:lnSpc>
                <a:spcPts val="5000"/>
              </a:lnSpc>
              <a:defRPr sz="6000" b="1" cap="all" spc="-3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6418" y="4650539"/>
            <a:ext cx="2456210" cy="1192038"/>
          </a:xfrm>
          <a:solidFill>
            <a:schemeClr val="bg1"/>
          </a:solidFill>
        </p:spPr>
        <p:txBody>
          <a:bodyPr lIns="252000" tIns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ZA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756F2950-BBCB-4A53-9EAC-D714777B8FA2}"/>
              </a:ext>
            </a:extLst>
          </p:cNvPr>
          <p:cNvSpPr/>
          <p:nvPr userDrawn="1"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D5253865-24CF-4EF5-92A5-F64EB9ABC8B7}"/>
              </a:ext>
            </a:extLst>
          </p:cNvPr>
          <p:cNvSpPr/>
          <p:nvPr userDrawn="1"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BBE19773-9B6A-4A2C-95A5-69A3788C2D94}"/>
              </a:ext>
            </a:extLst>
          </p:cNvPr>
          <p:cNvSpPr/>
          <p:nvPr userDrawn="1"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798A99C-9485-48F0-8E1E-227AD1348A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="" xmlns:p14="http://schemas.microsoft.com/office/powerpoint/2010/main" val="4094738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">
            <a:extLst>
              <a:ext uri="{FF2B5EF4-FFF2-40B4-BE49-F238E27FC236}">
                <a16:creationId xmlns="" xmlns:a16="http://schemas.microsoft.com/office/drawing/2014/main" id="{1599E2D7-24B3-4D66-9AFB-83C1AEC4DBB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980476" y="0"/>
            <a:ext cx="2211524" cy="6192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ZA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86" y="1807950"/>
            <a:ext cx="5184913" cy="432000"/>
          </a:xfr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page title</a:t>
            </a:r>
            <a:endParaRPr lang="en-ZA" dirty="0"/>
          </a:p>
        </p:txBody>
      </p:sp>
      <p:sp>
        <p:nvSpPr>
          <p:cNvPr id="10" name="Subtitle 2">
            <a:extLst>
              <a:ext uri="{FF2B5EF4-FFF2-40B4-BE49-F238E27FC236}">
                <a16:creationId xmlns=""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44886" y="2383950"/>
            <a:ext cx="5184913" cy="360000"/>
          </a:xfrm>
        </p:spPr>
        <p:txBody>
          <a:bodyPr/>
          <a:lstStyle>
            <a:lvl1pPr marL="0" indent="0" algn="r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45000" y="2908300"/>
            <a:ext cx="5184800" cy="3283700"/>
          </a:xfrm>
          <a:solidFill>
            <a:schemeClr val="bg1"/>
          </a:solidFill>
        </p:spPr>
        <p:txBody>
          <a:bodyPr lIns="180000" tIns="252000" rIns="252000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ZA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53DA1E79-BA17-41C5-98B7-CFBC5859A51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=""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23393" y="1343906"/>
            <a:ext cx="3736800" cy="3933645"/>
          </a:xfrm>
          <a:solidFill>
            <a:schemeClr val="bg1"/>
          </a:solidFill>
        </p:spPr>
        <p:txBody>
          <a:bodyPr lIns="180000" tIns="180000" rIns="18000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ZA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53DA1E79-BA17-41C5-98B7-CFBC5859A51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="" xmlns:a16="http://schemas.microsoft.com/office/drawing/2014/main" id="{492C2A1D-F7BD-46B6-BC01-15D365ACD50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60193" y="1344803"/>
            <a:ext cx="3737526" cy="3933645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ZA" dirty="0"/>
              <a:t>Insert or Drag &amp; Drop your photo</a:t>
            </a:r>
          </a:p>
        </p:txBody>
      </p:sp>
      <p:sp>
        <p:nvSpPr>
          <p:cNvPr id="6" name="Title 5">
            <a:extLst>
              <a:ext uri="{FF2B5EF4-FFF2-40B4-BE49-F238E27FC236}">
                <a16:creationId xmlns="" xmlns:a16="http://schemas.microsoft.com/office/drawing/2014/main" id="{7F4F1543-153D-4F77-A4A9-C9BBA1C20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9131100" cy="43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 dirty="0"/>
          </a:p>
        </p:txBody>
      </p:sp>
      <p:sp>
        <p:nvSpPr>
          <p:cNvPr id="11" name="Subtitle 2">
            <a:extLst>
              <a:ext uri="{FF2B5EF4-FFF2-40B4-BE49-F238E27FC236}">
                <a16:creationId xmlns="" xmlns:a16="http://schemas.microsoft.com/office/drawing/2014/main" id="{9FAA210E-391A-499A-89D5-F222045FD1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6895900" cy="360000"/>
          </a:xfrm>
        </p:spPr>
        <p:txBody>
          <a:bodyPr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  <a:endParaRPr lang="en-ZA" dirty="0"/>
          </a:p>
        </p:txBody>
      </p:sp>
    </p:spTree>
    <p:extLst>
      <p:ext uri="{BB962C8B-B14F-4D97-AF65-F5344CB8AC3E}">
        <p14:creationId xmlns="" xmlns:p14="http://schemas.microsoft.com/office/powerpoint/2010/main" val="2347197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ZA" dirty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=""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9198000" cy="360000"/>
          </a:xfrm>
        </p:spPr>
        <p:txBody>
          <a:bodyPr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  <a:endParaRPr lang="en-ZA" dirty="0"/>
          </a:p>
        </p:txBody>
      </p:sp>
      <p:sp>
        <p:nvSpPr>
          <p:cNvPr id="3" name="Comparison Left Placeholder 1">
            <a:extLst>
              <a:ext uri="{FF2B5EF4-FFF2-40B4-BE49-F238E27FC236}">
                <a16:creationId xmlns=""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432296"/>
            <a:ext cx="4500000" cy="527076"/>
          </a:xfrm>
          <a:solidFill>
            <a:schemeClr val="tx1"/>
          </a:solidFill>
        </p:spPr>
        <p:txBody>
          <a:bodyPr lIns="180000" tIns="36000" anchor="ctr"/>
          <a:lstStyle>
            <a:lvl1pPr marL="0" indent="0">
              <a:buNone/>
              <a:defRPr sz="2400" b="1" spc="-15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023668"/>
            <a:ext cx="4500000" cy="4168332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 dirty="0"/>
          </a:p>
        </p:txBody>
      </p:sp>
      <p:sp>
        <p:nvSpPr>
          <p:cNvPr id="12" name="Comparison Left Placeholder 2">
            <a:extLst>
              <a:ext uri="{FF2B5EF4-FFF2-40B4-BE49-F238E27FC236}">
                <a16:creationId xmlns=""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29800" y="1433105"/>
            <a:ext cx="4500000" cy="525283"/>
          </a:xfrm>
          <a:solidFill>
            <a:schemeClr val="tx1"/>
          </a:solidFill>
        </p:spPr>
        <p:txBody>
          <a:bodyPr lIns="180000" tIns="36000" anchor="ctr"/>
          <a:lstStyle>
            <a:lvl1pPr marL="0" indent="0">
              <a:buNone/>
              <a:defRPr sz="2400" b="1" spc="-15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=""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29800" y="2020359"/>
            <a:ext cx="4500000" cy="417089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ZA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=""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=""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99200" y="432000"/>
            <a:ext cx="5472113" cy="5759250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ZA" dirty="0"/>
              <a:t>Insert or Drag &amp; Drop your photo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75314" y="5096632"/>
            <a:ext cx="2028686" cy="1094618"/>
          </a:xfrm>
        </p:spPr>
        <p:txBody>
          <a:bodyPr anchor="b"/>
          <a:lstStyle>
            <a:lvl1pPr marL="0" indent="0" algn="r">
              <a:buNone/>
              <a:defRPr i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Enter your caption</a:t>
            </a: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ZA" dirty="0"/>
              <a:t>Add a footer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E25951D2-91DB-40E7-95D5-4B372602DE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16EFF903-F1F3-440A-B12C-9FD51606B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4360" y="2112793"/>
            <a:ext cx="6798250" cy="1674470"/>
          </a:xfrm>
        </p:spPr>
        <p:txBody>
          <a:bodyPr anchor="ctr"/>
          <a:lstStyle>
            <a:lvl1pPr algn="ctr">
              <a:lnSpc>
                <a:spcPct val="100000"/>
              </a:lnSpc>
              <a:defRPr sz="6000" b="1" cap="all" spc="-3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Thank you</a:t>
            </a:r>
            <a:endParaRPr lang="en-ZA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756F2950-BBCB-4A53-9EAC-D714777B8FA2}"/>
              </a:ext>
            </a:extLst>
          </p:cNvPr>
          <p:cNvSpPr/>
          <p:nvPr userDrawn="1"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D5253865-24CF-4EF5-92A5-F64EB9ABC8B7}"/>
              </a:ext>
            </a:extLst>
          </p:cNvPr>
          <p:cNvSpPr/>
          <p:nvPr userDrawn="1"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BBE19773-9B6A-4A2C-95A5-69A3788C2D94}"/>
              </a:ext>
            </a:extLst>
          </p:cNvPr>
          <p:cNvSpPr/>
          <p:nvPr userDrawn="1"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0" name="Text Placeholder 5">
            <a:extLst>
              <a:ext uri="{FF2B5EF4-FFF2-40B4-BE49-F238E27FC236}">
                <a16:creationId xmlns="" xmlns:a16="http://schemas.microsoft.com/office/drawing/2014/main" id="{CA3EFDD3-A9D2-4EB6-BB2A-F6999D9F7E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74361" y="4035727"/>
            <a:ext cx="3329850" cy="382887"/>
          </a:xfrm>
        </p:spPr>
        <p:txBody>
          <a:bodyPr/>
          <a:lstStyle>
            <a:lvl1pPr marL="0" indent="0" algn="r">
              <a:buNone/>
              <a:defRPr sz="2400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Full Name</a:t>
            </a:r>
            <a:endParaRPr lang="en-ZA" dirty="0"/>
          </a:p>
        </p:txBody>
      </p:sp>
      <p:sp>
        <p:nvSpPr>
          <p:cNvPr id="12" name="Text Placeholder 6">
            <a:extLst>
              <a:ext uri="{FF2B5EF4-FFF2-40B4-BE49-F238E27FC236}">
                <a16:creationId xmlns="" xmlns:a16="http://schemas.microsoft.com/office/drawing/2014/main" id="{261ED1F7-B623-43D9-9BDA-8808C5CFAF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2268" y="4150118"/>
            <a:ext cx="2910342" cy="238016"/>
          </a:xfrm>
        </p:spPr>
        <p:txBody>
          <a:bodyPr/>
          <a:lstStyle>
            <a:lvl1pPr marL="0" indent="0" algn="l">
              <a:buNone/>
              <a:defRPr sz="1400" i="1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Phone Number</a:t>
            </a:r>
            <a:endParaRPr lang="en-ZA" dirty="0"/>
          </a:p>
        </p:txBody>
      </p:sp>
      <p:sp>
        <p:nvSpPr>
          <p:cNvPr id="13" name="Text Placeholder 7">
            <a:extLst>
              <a:ext uri="{FF2B5EF4-FFF2-40B4-BE49-F238E27FC236}">
                <a16:creationId xmlns="" xmlns:a16="http://schemas.microsoft.com/office/drawing/2014/main" id="{E27366FC-4115-4122-9CE2-5FA9D424AD5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62268" y="4540691"/>
            <a:ext cx="2910342" cy="238016"/>
          </a:xfrm>
        </p:spPr>
        <p:txBody>
          <a:bodyPr/>
          <a:lstStyle>
            <a:lvl1pPr marL="0" indent="0" algn="l">
              <a:buNone/>
              <a:defRPr sz="1400" i="1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Email or Social Media Handle</a:t>
            </a:r>
            <a:endParaRPr lang="en-ZA" dirty="0"/>
          </a:p>
        </p:txBody>
      </p:sp>
      <p:sp>
        <p:nvSpPr>
          <p:cNvPr id="14" name="Text Placeholder 8">
            <a:extLst>
              <a:ext uri="{FF2B5EF4-FFF2-40B4-BE49-F238E27FC236}">
                <a16:creationId xmlns="" xmlns:a16="http://schemas.microsoft.com/office/drawing/2014/main" id="{DEB36829-2F8B-4E22-AB6D-4111D18AF8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62268" y="4931263"/>
            <a:ext cx="2910342" cy="238016"/>
          </a:xfrm>
        </p:spPr>
        <p:txBody>
          <a:bodyPr/>
          <a:lstStyle>
            <a:lvl1pPr marL="0" indent="0" algn="l">
              <a:buNone/>
              <a:defRPr sz="1400" i="1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Company Website</a:t>
            </a:r>
            <a:endParaRPr lang="en-ZA" dirty="0"/>
          </a:p>
        </p:txBody>
      </p:sp>
    </p:spTree>
    <p:extLst>
      <p:ext uri="{BB962C8B-B14F-4D97-AF65-F5344CB8AC3E}">
        <p14:creationId xmlns="" xmlns:p14="http://schemas.microsoft.com/office/powerpoint/2010/main" val="3189010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ZA" dirty="0"/>
              <a:t>Click to edit page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=""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9198116" cy="360000"/>
          </a:xfrm>
        </p:spPr>
        <p:txBody>
          <a:bodyPr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ZA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3442953D-28FC-41B5-A1BB-BB3BA7CA40B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=""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ZA" dirty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=""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9198000" cy="360000"/>
          </a:xfrm>
        </p:spPr>
        <p:txBody>
          <a:bodyPr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916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 dirty="0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72900" y="1511476"/>
            <a:ext cx="2916000" cy="467924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 dirty="0"/>
          </a:p>
        </p:txBody>
      </p:sp>
      <p:sp>
        <p:nvSpPr>
          <p:cNvPr id="11" name="Text Placeholder 5">
            <a:extLst>
              <a:ext uri="{FF2B5EF4-FFF2-40B4-BE49-F238E27FC236}">
                <a16:creationId xmlns=""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13800" y="1511475"/>
            <a:ext cx="2916000" cy="46792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ZA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="" xmlns:p14="http://schemas.microsoft.com/office/powerpoint/2010/main" val="2654388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ZA" dirty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=""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9198000" cy="360000"/>
          </a:xfrm>
        </p:spPr>
        <p:txBody>
          <a:bodyPr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1764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 dirty="0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90450" y="1512000"/>
            <a:ext cx="1764000" cy="46792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 dirty="0"/>
          </a:p>
        </p:txBody>
      </p:sp>
      <p:sp>
        <p:nvSpPr>
          <p:cNvPr id="13" name="Text Placeholder 5">
            <a:extLst>
              <a:ext uri="{FF2B5EF4-FFF2-40B4-BE49-F238E27FC236}">
                <a16:creationId xmlns=""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48900" y="1512000"/>
            <a:ext cx="1764000" cy="46792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 dirty="0"/>
          </a:p>
        </p:txBody>
      </p:sp>
      <p:sp>
        <p:nvSpPr>
          <p:cNvPr id="15" name="Text Placeholder 6">
            <a:extLst>
              <a:ext uri="{FF2B5EF4-FFF2-40B4-BE49-F238E27FC236}">
                <a16:creationId xmlns=""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07350" y="1507535"/>
            <a:ext cx="1764000" cy="46792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 dirty="0"/>
          </a:p>
        </p:txBody>
      </p:sp>
      <p:sp>
        <p:nvSpPr>
          <p:cNvPr id="17" name="Text Placeholder 7">
            <a:extLst>
              <a:ext uri="{FF2B5EF4-FFF2-40B4-BE49-F238E27FC236}">
                <a16:creationId xmlns=""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865800" y="1507535"/>
            <a:ext cx="1764000" cy="468371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ZA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5A8293F-A5B5-4FCC-BF27-A25B1BAFF24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="" xmlns:p14="http://schemas.microsoft.com/office/powerpoint/2010/main" val="974837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ZA" dirty="0"/>
              <a:t>Click to edit page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=""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9198116" cy="360000"/>
          </a:xfrm>
        </p:spPr>
        <p:txBody>
          <a:bodyPr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  <a:endParaRPr lang="en-ZA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ZA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E801980-CBAE-4A50-886D-54D7BB2E19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="" xmlns:p14="http://schemas.microsoft.com/office/powerpoint/2010/main" val="1505855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1EDF756E-F310-4229-ACDD-055D299A95FB}"/>
              </a:ext>
            </a:extLst>
          </p:cNvPr>
          <p:cNvSpPr/>
          <p:nvPr userDrawn="1"/>
        </p:nvSpPr>
        <p:spPr>
          <a:xfrm>
            <a:off x="6297105" y="424206"/>
            <a:ext cx="5505254" cy="573149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ZA" dirty="0"/>
              <a:t>Add a footer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E25951D2-91DB-40E7-95D5-4B372602DE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9" name="Subtitle 2">
            <a:extLst>
              <a:ext uri="{FF2B5EF4-FFF2-40B4-BE49-F238E27FC236}">
                <a16:creationId xmlns="" xmlns:a16="http://schemas.microsoft.com/office/drawing/2014/main" id="{07666241-4AF6-458A-A571-6C6C291D7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2775" y="3639199"/>
            <a:ext cx="5053936" cy="1192038"/>
          </a:xfrm>
          <a:solidFill>
            <a:schemeClr val="bg1"/>
          </a:solidFill>
        </p:spPr>
        <p:txBody>
          <a:bodyPr lIns="252000" tIns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ZA" dirty="0"/>
          </a:p>
        </p:txBody>
      </p:sp>
      <p:sp>
        <p:nvSpPr>
          <p:cNvPr id="6" name="Title 5">
            <a:extLst>
              <a:ext uri="{FF2B5EF4-FFF2-40B4-BE49-F238E27FC236}">
                <a16:creationId xmlns="" xmlns:a16="http://schemas.microsoft.com/office/drawing/2014/main" id="{6F4F2BBF-F210-4954-9C73-A0030AACDD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775" y="993303"/>
            <a:ext cx="5053936" cy="2513468"/>
          </a:xfrm>
        </p:spPr>
        <p:txBody>
          <a:bodyPr/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="" xmlns:p14="http://schemas.microsoft.com/office/powerpoint/2010/main" val="12277791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ZA" dirty="0"/>
              <a:t>Click to edit page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ZA"/>
              <a:t>Add a footer</a:t>
            </a:r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FD1EE834-4B70-4715-8346-1C0298347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46375"/>
            <a:ext cx="9198000" cy="5130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280088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ZA" dirty="0"/>
              <a:t>Click to edit page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ZA"/>
              <a:t>Add a footer</a:t>
            </a:r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EAE43F4C-1A64-4197-A44B-E6EB874E24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046376"/>
            <a:ext cx="4435831" cy="5130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="" xmlns:a16="http://schemas.microsoft.com/office/drawing/2014/main" id="{D7B3F5B8-DC28-4878-AC9F-D434D7542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4169" y="1046376"/>
            <a:ext cx="4435831" cy="5130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574397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ZA" dirty="0"/>
              <a:t>Click to edit page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ZA"/>
              <a:t>Add a footer</a:t>
            </a:r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7" name="Text Placeholder 2">
            <a:extLst>
              <a:ext uri="{FF2B5EF4-FFF2-40B4-BE49-F238E27FC236}">
                <a16:creationId xmlns="" xmlns:a16="http://schemas.microsoft.com/office/drawing/2014/main" id="{CB97B01E-88B2-448F-BD96-A1AAFA39A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068420"/>
            <a:ext cx="4434840" cy="823912"/>
          </a:xfrm>
          <a:solidFill>
            <a:schemeClr val="tx1"/>
          </a:solidFill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="" xmlns:a16="http://schemas.microsoft.com/office/drawing/2014/main" id="{40BADDE2-4EE6-41B4-804C-EBF680128B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95160" y="1068420"/>
            <a:ext cx="4434840" cy="823912"/>
          </a:xfrm>
          <a:solidFill>
            <a:schemeClr val="tx1"/>
          </a:solidFill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="" xmlns:a16="http://schemas.microsoft.com/office/drawing/2014/main" id="{BB0A14E0-899D-4594-BC9E-AE89BF0D3A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1" y="2096752"/>
            <a:ext cx="4434840" cy="409291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="" xmlns:a16="http://schemas.microsoft.com/office/drawing/2014/main" id="{2C699014-D902-4E9A-80CD-8D2BCFE670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95160" y="2096752"/>
            <a:ext cx="4434840" cy="409291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8634682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32000" y="6356350"/>
            <a:ext cx="4114800" cy="365125"/>
          </a:xfrm>
        </p:spPr>
        <p:txBody>
          <a:bodyPr/>
          <a:lstStyle/>
          <a:p>
            <a:r>
              <a:rPr lang="en-ZA"/>
              <a:t>Add a footer</a:t>
            </a:r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AC67C685-BABE-4B77-8C5E-B39B093D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1" y="457200"/>
            <a:ext cx="3159612" cy="1600200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="" xmlns:a16="http://schemas.microsoft.com/office/drawing/2014/main" id="{0B6B7795-36CC-459B-AE8B-7FB2F40AF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001" y="2057400"/>
            <a:ext cx="3159612" cy="4126584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79F53EF1-D412-467C-B7CE-30536F140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0722" y="457201"/>
            <a:ext cx="6023727" cy="572678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720005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32000" y="6356350"/>
            <a:ext cx="4114800" cy="365125"/>
          </a:xfrm>
        </p:spPr>
        <p:txBody>
          <a:bodyPr/>
          <a:lstStyle/>
          <a:p>
            <a:r>
              <a:rPr lang="en-ZA"/>
              <a:t>Add a footer</a:t>
            </a:r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AC67C685-BABE-4B77-8C5E-B39B093D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1" y="457200"/>
            <a:ext cx="3159612" cy="1600200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="" xmlns:a16="http://schemas.microsoft.com/office/drawing/2014/main" id="{0B6B7795-36CC-459B-AE8B-7FB2F40AF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001" y="2057400"/>
            <a:ext cx="3159612" cy="4126584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="" xmlns:a16="http://schemas.microsoft.com/office/drawing/2014/main" id="{10319378-269C-406E-9B84-FCF22DA02E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788021" y="457201"/>
            <a:ext cx="5949868" cy="57267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21472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ZA" dirty="0"/>
              <a:t>Click to edit page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ZA"/>
              <a:t>Add a footer</a:t>
            </a:r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="" xmlns:p14="http://schemas.microsoft.com/office/powerpoint/2010/main" val="1537796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ZA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2310D190-B83D-438A-91BC-470C41B22A2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="" xmlns:p14="http://schemas.microsoft.com/office/powerpoint/2010/main" val="11397670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">
            <a:extLst>
              <a:ext uri="{FF2B5EF4-FFF2-40B4-BE49-F238E27FC236}">
                <a16:creationId xmlns="" xmlns:a16="http://schemas.microsoft.com/office/drawing/2014/main" id="{1599E2D7-24B3-4D66-9AFB-83C1AEC4DBB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980476" y="0"/>
            <a:ext cx="2211524" cy="6192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ZA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86" y="1807950"/>
            <a:ext cx="5184913" cy="432000"/>
          </a:xfr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page title</a:t>
            </a:r>
            <a:endParaRPr lang="en-ZA" dirty="0"/>
          </a:p>
        </p:txBody>
      </p:sp>
      <p:sp>
        <p:nvSpPr>
          <p:cNvPr id="10" name="Subtitle 2">
            <a:extLst>
              <a:ext uri="{FF2B5EF4-FFF2-40B4-BE49-F238E27FC236}">
                <a16:creationId xmlns=""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44886" y="2383950"/>
            <a:ext cx="5184913" cy="360000"/>
          </a:xfrm>
        </p:spPr>
        <p:txBody>
          <a:bodyPr/>
          <a:lstStyle>
            <a:lvl1pPr marL="0" indent="0" algn="r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45000" y="2908300"/>
            <a:ext cx="5184800" cy="3283700"/>
          </a:xfrm>
          <a:solidFill>
            <a:schemeClr val="bg1"/>
          </a:solidFill>
        </p:spPr>
        <p:txBody>
          <a:bodyPr lIns="180000" tIns="252000" rIns="252000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ZA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53DA1E79-BA17-41C5-98B7-CFBC5859A51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="" xmlns:p14="http://schemas.microsoft.com/office/powerpoint/2010/main" val="1350103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32C8D0EF-1DB6-4ADC-8F31-5AE53BF5EAF4}"/>
              </a:ext>
            </a:extLst>
          </p:cNvPr>
          <p:cNvSpPr/>
          <p:nvPr/>
        </p:nvSpPr>
        <p:spPr>
          <a:xfrm>
            <a:off x="69274" y="66963"/>
            <a:ext cx="9911201" cy="67273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62F208ED-79A0-4B2C-A5EE-9D27466BCA3F}"/>
              </a:ext>
            </a:extLst>
          </p:cNvPr>
          <p:cNvSpPr/>
          <p:nvPr/>
        </p:nvSpPr>
        <p:spPr>
          <a:xfrm>
            <a:off x="11407775" y="6356350"/>
            <a:ext cx="784225" cy="3651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9198116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page title</a:t>
            </a: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9198116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i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ZA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47502" y="6401750"/>
            <a:ext cx="278418" cy="27432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i="1">
                <a:solidFill>
                  <a:schemeClr val="bg1"/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4FDC6F9-37F9-4E25-AECA-D307B8421C73}"/>
              </a:ext>
            </a:extLst>
          </p:cNvPr>
          <p:cNvSpPr txBox="1"/>
          <p:nvPr/>
        </p:nvSpPr>
        <p:spPr>
          <a:xfrm>
            <a:off x="9630116" y="6346108"/>
            <a:ext cx="1662546" cy="404658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>
              <a:lnSpc>
                <a:spcPts val="1400"/>
              </a:lnSpc>
            </a:pPr>
            <a:r>
              <a:rPr lang="en-ZA" sz="1600" b="1" spc="-1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Corbel" panose="020B0503020204020204" pitchFamily="34" charset="0"/>
              </a:rPr>
              <a:t>WOODGROVE</a:t>
            </a:r>
            <a:r>
              <a:rPr lang="en-ZA" sz="1600" b="1" spc="-100" baseline="0" dirty="0">
                <a:solidFill>
                  <a:schemeClr val="accent1"/>
                </a:solidFill>
                <a:latin typeface="Corbel" panose="020B0503020204020204" pitchFamily="34" charset="0"/>
              </a:rPr>
              <a:t> </a:t>
            </a:r>
            <a:r>
              <a:rPr lang="en-ZA" sz="1600" b="1" spc="-100" baseline="0" dirty="0">
                <a:solidFill>
                  <a:schemeClr val="tx1"/>
                </a:solidFill>
                <a:latin typeface="Corbel" panose="020B0503020204020204" pitchFamily="34" charset="0"/>
              </a:rPr>
              <a:t>BANK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6B322F68-670D-45A0-A54F-7E70BCEAED3F}"/>
              </a:ext>
            </a:extLst>
          </p:cNvPr>
          <p:cNvSpPr/>
          <p:nvPr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E69B5F15-353A-4344-8D61-F4E25AA9FB6C}"/>
              </a:ext>
            </a:extLst>
          </p:cNvPr>
          <p:cNvSpPr/>
          <p:nvPr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2FA0C0AA-FCE8-4A7F-928A-54C96BBA9053}"/>
              </a:ext>
            </a:extLst>
          </p:cNvPr>
          <p:cNvSpPr/>
          <p:nvPr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</p:spTree>
    <p:extLst>
      <p:ext uri="{BB962C8B-B14F-4D97-AF65-F5344CB8AC3E}">
        <p14:creationId xmlns=""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5" r:id="rId5"/>
    <p:sldLayoutId id="2147483659" r:id="rId6"/>
    <p:sldLayoutId id="2147483660" r:id="rId7"/>
    <p:sldLayoutId id="2147483664" r:id="rId8"/>
    <p:sldLayoutId id="2147483650" r:id="rId9"/>
    <p:sldLayoutId id="2147483656" r:id="rId10"/>
    <p:sldLayoutId id="2147483657" r:id="rId11"/>
    <p:sldLayoutId id="2147483654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  <p:sldLayoutId id="2147483655" r:id="rId20"/>
    <p:sldLayoutId id="2147483676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spc="-1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Wood piece cut through the middle">
            <a:extLst>
              <a:ext uri="{FF2B5EF4-FFF2-40B4-BE49-F238E27FC236}">
                <a16:creationId xmlns="" xmlns:a16="http://schemas.microsoft.com/office/drawing/2014/main" id="{C0BA96B3-F713-41B0-A2E3-15E9039E474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/>
        </p:blipFill>
        <p:spPr>
          <a:xfrm>
            <a:off x="9980476" y="0"/>
            <a:ext cx="2211524" cy="6858000"/>
          </a:xfr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7757795" y="6207166"/>
            <a:ext cx="2150480" cy="404658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id-ID" sz="1600" b="1" spc="-1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rbel" panose="020B0503020204020204" pitchFamily="34" charset="0"/>
              </a:rPr>
              <a:t>Roti Jelai</a:t>
            </a:r>
            <a:r>
              <a:rPr lang="en-ZA" sz="1600" b="1" spc="-100" dirty="0">
                <a:solidFill>
                  <a:schemeClr val="accent1"/>
                </a:solidFill>
                <a:latin typeface="Corbel" panose="020B0503020204020204" pitchFamily="34" charset="0"/>
              </a:rPr>
              <a:t/>
            </a:r>
            <a:br>
              <a:rPr lang="en-ZA" sz="1600" b="1" spc="-100" dirty="0">
                <a:solidFill>
                  <a:schemeClr val="accent1"/>
                </a:solidFill>
                <a:latin typeface="Corbel" panose="020B0503020204020204" pitchFamily="34" charset="0"/>
              </a:rPr>
            </a:br>
            <a:r>
              <a:rPr lang="id-ID" sz="1600" b="1" spc="-100" baseline="0" dirty="0" smtClean="0">
                <a:solidFill>
                  <a:schemeClr val="tx1"/>
                </a:solidFill>
                <a:latin typeface="Corbel" panose="020B0503020204020204" pitchFamily="34" charset="0"/>
              </a:rPr>
              <a:t>MINISTRIES</a:t>
            </a:r>
            <a:endParaRPr lang="en-ZA" sz="1600" b="1" spc="-100" baseline="0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0762" y="3016155"/>
            <a:ext cx="6798250" cy="2854486"/>
          </a:xfrm>
        </p:spPr>
        <p:txBody>
          <a:bodyPr/>
          <a:lstStyle/>
          <a:p>
            <a:pPr algn="ctr"/>
            <a:r>
              <a:rPr lang="id-ID" dirty="0" smtClean="0"/>
              <a:t>Keilahian</a:t>
            </a:r>
            <a:r>
              <a:rPr lang="en-ZA" dirty="0" smtClean="0"/>
              <a:t> </a:t>
            </a:r>
            <a:r>
              <a:rPr lang="id-ID" dirty="0" smtClean="0"/>
              <a:t/>
            </a:r>
            <a:br>
              <a:rPr lang="id-ID" dirty="0" smtClean="0"/>
            </a:br>
            <a:r>
              <a:rPr lang="id-ID" dirty="0" smtClean="0"/>
              <a:t>Yesus</a:t>
            </a:r>
            <a:endParaRPr lang="en-ZA" dirty="0"/>
          </a:p>
        </p:txBody>
      </p:sp>
    </p:spTree>
    <p:extLst>
      <p:ext uri="{BB962C8B-B14F-4D97-AF65-F5344CB8AC3E}">
        <p14:creationId xmlns="" xmlns:p14="http://schemas.microsoft.com/office/powerpoint/2010/main" val="3899961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209005" y="418011"/>
            <a:ext cx="4005808" cy="142385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4400" b="1" dirty="0" smtClean="0">
                <a:solidFill>
                  <a:schemeClr val="tx1"/>
                </a:solidFill>
              </a:rPr>
              <a:t>KEILAHIAN</a:t>
            </a:r>
          </a:p>
          <a:p>
            <a:pPr algn="ctr"/>
            <a:r>
              <a:rPr lang="id-ID" sz="4400" b="1" dirty="0" smtClean="0">
                <a:solidFill>
                  <a:schemeClr val="tx1"/>
                </a:solidFill>
              </a:rPr>
              <a:t>YESUS</a:t>
            </a:r>
            <a:endParaRPr lang="id-ID" sz="4400" b="1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06105" y="2728686"/>
            <a:ext cx="3794396" cy="194332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600" b="1" dirty="0">
                <a:solidFill>
                  <a:schemeClr val="tx1"/>
                </a:solidFill>
              </a:rPr>
              <a:t>KODRAT GANDA</a:t>
            </a:r>
          </a:p>
          <a:p>
            <a:pPr algn="ctr"/>
            <a:r>
              <a:rPr lang="id-ID" sz="3600" b="1" dirty="0">
                <a:solidFill>
                  <a:schemeClr val="tx1"/>
                </a:solidFill>
              </a:rPr>
              <a:t>ISA ALMASIH</a:t>
            </a:r>
          </a:p>
        </p:txBody>
      </p:sp>
      <p:sp>
        <p:nvSpPr>
          <p:cNvPr id="9" name="Right Arrow 8"/>
          <p:cNvSpPr/>
          <p:nvPr/>
        </p:nvSpPr>
        <p:spPr>
          <a:xfrm rot="5400000">
            <a:off x="1539968" y="2024743"/>
            <a:ext cx="404949" cy="3657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" name="Rounded Rectangle 10"/>
          <p:cNvSpPr/>
          <p:nvPr/>
        </p:nvSpPr>
        <p:spPr>
          <a:xfrm>
            <a:off x="4552365" y="314322"/>
            <a:ext cx="3962985" cy="19431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</a:rPr>
              <a:t>FIRMAN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Kekal, Illahi, Pencipta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Yohanes 1:1-3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61890" y="3067047"/>
            <a:ext cx="3962985" cy="19431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</a:rPr>
              <a:t>MANUSIA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Dibunuh /  mati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Bagi dosa kita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1 Petrus 3:18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15436" y="323847"/>
            <a:ext cx="2933700" cy="19431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</a:rPr>
              <a:t>AL-QURAN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Kekal, 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Illahi, 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Pencipta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6871" y="2976560"/>
            <a:ext cx="2790825" cy="19431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</a:rPr>
              <a:t>KITAB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BISA RUSAK / HANCUR</a:t>
            </a:r>
          </a:p>
        </p:txBody>
      </p:sp>
      <p:cxnSp>
        <p:nvCxnSpPr>
          <p:cNvPr id="20" name="Straight Connector 19"/>
          <p:cNvCxnSpPr/>
          <p:nvPr/>
        </p:nvCxnSpPr>
        <p:spPr>
          <a:xfrm rot="5400000">
            <a:off x="5822161" y="3207550"/>
            <a:ext cx="6043613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rot="5400000" flipH="1" flipV="1">
            <a:off x="3571876" y="1957388"/>
            <a:ext cx="1071562" cy="72866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871913" y="3671888"/>
            <a:ext cx="542925" cy="51435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523332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4552365" y="314322"/>
            <a:ext cx="3962985" cy="19431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</a:rPr>
              <a:t>FIRMAN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Kekal, Illahi, Pencipta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Yohanes 1:1-3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4B23A4CB-E0E7-43B1-9307-97373D2D2ECA}"/>
              </a:ext>
            </a:extLst>
          </p:cNvPr>
          <p:cNvSpPr/>
          <p:nvPr/>
        </p:nvSpPr>
        <p:spPr>
          <a:xfrm>
            <a:off x="291550" y="2367761"/>
            <a:ext cx="6096000" cy="440120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id-ID" sz="2800" b="1" dirty="0"/>
              <a:t>Pertanyaan :</a:t>
            </a:r>
            <a:r>
              <a:rPr lang="id-ID" sz="2800" dirty="0"/>
              <a:t> Mengapa orang Kristen menuhankan Isa Almasih? Bukankah Dia hanya seorang nabi, mengapa orang Kristen menyembah Dia sebagai Allah?</a:t>
            </a:r>
          </a:p>
          <a:p>
            <a:pPr lvl="0"/>
            <a:endParaRPr lang="id-ID" sz="2800" dirty="0"/>
          </a:p>
          <a:p>
            <a:pPr lvl="0"/>
            <a:r>
              <a:rPr lang="id-ID" sz="2800" b="1" dirty="0"/>
              <a:t>Jawab :</a:t>
            </a:r>
            <a:r>
              <a:rPr lang="id-ID" sz="2800" dirty="0"/>
              <a:t> Kami orang Kristen tidak menuhankan Isa Almasih, tetapi Isa Almasih adalah Firman Allah yang turun menjadi manusia dan Firman itu adalah Allah.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4F562684-1B42-4279-ACC4-9B0F04CA905B}"/>
              </a:ext>
            </a:extLst>
          </p:cNvPr>
          <p:cNvCxnSpPr>
            <a:cxnSpLocks/>
          </p:cNvCxnSpPr>
          <p:nvPr/>
        </p:nvCxnSpPr>
        <p:spPr>
          <a:xfrm>
            <a:off x="6484287" y="2570923"/>
            <a:ext cx="0" cy="376524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13C16B9-7C9A-4772-B3C2-C485116BFDF5}"/>
              </a:ext>
            </a:extLst>
          </p:cNvPr>
          <p:cNvSpPr/>
          <p:nvPr/>
        </p:nvSpPr>
        <p:spPr>
          <a:xfrm>
            <a:off x="6957389" y="2464907"/>
            <a:ext cx="473874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id-ID" sz="2800" b="1" dirty="0"/>
              <a:t>Pada mulanya adalah Firman, Firman itu bersama-sama dengan Allah dan Firman itu adalah Allah.</a:t>
            </a:r>
          </a:p>
          <a:p>
            <a:pPr lvl="0" algn="ctr"/>
            <a:r>
              <a:rPr lang="id-ID" sz="2800" b="1" dirty="0"/>
              <a:t>“Firman itu telah menjadi manusia...”</a:t>
            </a:r>
          </a:p>
          <a:p>
            <a:pPr lvl="0" algn="ctr"/>
            <a:r>
              <a:rPr lang="id-ID" sz="2800" b="1" dirty="0"/>
              <a:t>Yohanes 1:1;14a </a:t>
            </a:r>
          </a:p>
        </p:txBody>
      </p:sp>
    </p:spTree>
    <p:extLst>
      <p:ext uri="{BB962C8B-B14F-4D97-AF65-F5344CB8AC3E}">
        <p14:creationId xmlns:p14="http://schemas.microsoft.com/office/powerpoint/2010/main" xmlns="" val="13940218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4552365" y="314322"/>
            <a:ext cx="3962985" cy="19431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</a:rPr>
              <a:t>FIRMAN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Kekal, Illahi, Pencipta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Yohanes 1:1-3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4B23A4CB-E0E7-43B1-9307-97373D2D2ECA}"/>
              </a:ext>
            </a:extLst>
          </p:cNvPr>
          <p:cNvSpPr/>
          <p:nvPr/>
        </p:nvSpPr>
        <p:spPr>
          <a:xfrm>
            <a:off x="291550" y="2367761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id-ID" sz="2800" b="1" dirty="0"/>
              <a:t>Pertanyaan: </a:t>
            </a:r>
          </a:p>
          <a:p>
            <a:pPr lvl="0"/>
            <a:r>
              <a:rPr lang="id-ID" sz="2800" dirty="0"/>
              <a:t>Kok bisa? Firman bisa jadi manusia?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4F562684-1B42-4279-ACC4-9B0F04CA905B}"/>
              </a:ext>
            </a:extLst>
          </p:cNvPr>
          <p:cNvCxnSpPr>
            <a:cxnSpLocks/>
          </p:cNvCxnSpPr>
          <p:nvPr/>
        </p:nvCxnSpPr>
        <p:spPr>
          <a:xfrm>
            <a:off x="6484287" y="2570923"/>
            <a:ext cx="0" cy="376524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15">
            <a:extLst>
              <a:ext uri="{FF2B5EF4-FFF2-40B4-BE49-F238E27FC236}">
                <a16:creationId xmlns:a16="http://schemas.microsoft.com/office/drawing/2014/main" xmlns="" id="{A6895659-390B-4C2C-919E-BC641A00CEAC}"/>
              </a:ext>
            </a:extLst>
          </p:cNvPr>
          <p:cNvSpPr/>
          <p:nvPr/>
        </p:nvSpPr>
        <p:spPr>
          <a:xfrm>
            <a:off x="9215436" y="323847"/>
            <a:ext cx="2933700" cy="19431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</a:rPr>
              <a:t>AL-QURAN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Kekal, 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Illahi, 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Pencipta</a:t>
            </a:r>
          </a:p>
        </p:txBody>
      </p:sp>
      <p:sp>
        <p:nvSpPr>
          <p:cNvPr id="7" name="Right Arrow 8">
            <a:extLst>
              <a:ext uri="{FF2B5EF4-FFF2-40B4-BE49-F238E27FC236}">
                <a16:creationId xmlns:a16="http://schemas.microsoft.com/office/drawing/2014/main" xmlns="" id="{76560187-7CC2-446A-B58B-D1823264E2FF}"/>
              </a:ext>
            </a:extLst>
          </p:cNvPr>
          <p:cNvSpPr/>
          <p:nvPr/>
        </p:nvSpPr>
        <p:spPr>
          <a:xfrm>
            <a:off x="8662918" y="1112517"/>
            <a:ext cx="404949" cy="3657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8B0BAA09-A9AE-4166-89DB-4DD6E35658D0}"/>
              </a:ext>
            </a:extLst>
          </p:cNvPr>
          <p:cNvSpPr/>
          <p:nvPr/>
        </p:nvSpPr>
        <p:spPr>
          <a:xfrm>
            <a:off x="6785113" y="2477188"/>
            <a:ext cx="4876795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id-ID" sz="2800" b="1" dirty="0"/>
              <a:t>Jawab : </a:t>
            </a:r>
          </a:p>
          <a:p>
            <a:pPr lvl="0"/>
            <a:r>
              <a:rPr lang="id-ID" sz="2800" dirty="0"/>
              <a:t>Bukankah dalam agama Islam diyakini, Firman jadi buku? </a:t>
            </a:r>
          </a:p>
          <a:p>
            <a:pPr lvl="0"/>
            <a:r>
              <a:rPr lang="id-ID" sz="2800" dirty="0"/>
              <a:t>Kalau Firman bisa jadi buku (Al-Quran) mengapa Firman tidak dapat menjadi manusia? </a:t>
            </a:r>
          </a:p>
          <a:p>
            <a:pPr lvl="0"/>
            <a:r>
              <a:rPr lang="id-ID" sz="2800" dirty="0"/>
              <a:t>Bukankah manusia itu makhluk Allah yang termulia?%</a:t>
            </a:r>
          </a:p>
        </p:txBody>
      </p:sp>
    </p:spTree>
    <p:extLst>
      <p:ext uri="{BB962C8B-B14F-4D97-AF65-F5344CB8AC3E}">
        <p14:creationId xmlns:p14="http://schemas.microsoft.com/office/powerpoint/2010/main" xmlns="" val="39210844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4552365" y="314322"/>
            <a:ext cx="3962985" cy="19431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</a:rPr>
              <a:t>FIRMAN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Kekal, Illahi, Pencipta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Yohanes 1:1-3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4B23A4CB-E0E7-43B1-9307-97373D2D2ECA}"/>
              </a:ext>
            </a:extLst>
          </p:cNvPr>
          <p:cNvSpPr/>
          <p:nvPr/>
        </p:nvSpPr>
        <p:spPr>
          <a:xfrm>
            <a:off x="291550" y="2313169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id-ID" sz="2800" b="1" dirty="0"/>
              <a:t>Pertanyaan :</a:t>
            </a:r>
            <a:r>
              <a:rPr lang="id-ID" sz="2800" dirty="0"/>
              <a:t> </a:t>
            </a:r>
          </a:p>
          <a:p>
            <a:pPr lvl="0"/>
            <a:r>
              <a:rPr lang="id-ID" sz="2800" dirty="0"/>
              <a:t>Jadi anda percaya bahwa </a:t>
            </a:r>
          </a:p>
          <a:p>
            <a:pPr lvl="0"/>
            <a:r>
              <a:rPr lang="id-ID" sz="2800" dirty="0"/>
              <a:t>Isa Almasih itu adalah Allah 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4F562684-1B42-4279-ACC4-9B0F04CA905B}"/>
              </a:ext>
            </a:extLst>
          </p:cNvPr>
          <p:cNvCxnSpPr>
            <a:cxnSpLocks/>
          </p:cNvCxnSpPr>
          <p:nvPr/>
        </p:nvCxnSpPr>
        <p:spPr>
          <a:xfrm>
            <a:off x="5597167" y="2570923"/>
            <a:ext cx="0" cy="376524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15">
            <a:extLst>
              <a:ext uri="{FF2B5EF4-FFF2-40B4-BE49-F238E27FC236}">
                <a16:creationId xmlns:a16="http://schemas.microsoft.com/office/drawing/2014/main" xmlns="" id="{A6895659-390B-4C2C-919E-BC641A00CEAC}"/>
              </a:ext>
            </a:extLst>
          </p:cNvPr>
          <p:cNvSpPr/>
          <p:nvPr/>
        </p:nvSpPr>
        <p:spPr>
          <a:xfrm>
            <a:off x="9215436" y="323847"/>
            <a:ext cx="2933700" cy="19431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</a:rPr>
              <a:t>AL-QURAN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Kekal, 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Illahi, 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Pencipta</a:t>
            </a:r>
          </a:p>
        </p:txBody>
      </p:sp>
      <p:sp>
        <p:nvSpPr>
          <p:cNvPr id="7" name="Right Arrow 8">
            <a:extLst>
              <a:ext uri="{FF2B5EF4-FFF2-40B4-BE49-F238E27FC236}">
                <a16:creationId xmlns:a16="http://schemas.microsoft.com/office/drawing/2014/main" xmlns="" id="{76560187-7CC2-446A-B58B-D1823264E2FF}"/>
              </a:ext>
            </a:extLst>
          </p:cNvPr>
          <p:cNvSpPr/>
          <p:nvPr/>
        </p:nvSpPr>
        <p:spPr>
          <a:xfrm>
            <a:off x="8662918" y="1112517"/>
            <a:ext cx="404949" cy="3657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8B0BAA09-A9AE-4166-89DB-4DD6E35658D0}"/>
              </a:ext>
            </a:extLst>
          </p:cNvPr>
          <p:cNvSpPr/>
          <p:nvPr/>
        </p:nvSpPr>
        <p:spPr>
          <a:xfrm>
            <a:off x="5827595" y="2327060"/>
            <a:ext cx="583431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id-ID" sz="2800" b="1" dirty="0"/>
              <a:t>Jawab :</a:t>
            </a:r>
            <a:r>
              <a:rPr lang="id-ID" sz="2800" dirty="0"/>
              <a:t> </a:t>
            </a:r>
          </a:p>
          <a:p>
            <a:pPr lvl="0"/>
            <a:r>
              <a:rPr lang="id-ID" sz="2800" dirty="0"/>
              <a:t>Iya, sebagai sang Firman yang kekal, Isa Almasih adalah Allah.</a:t>
            </a:r>
          </a:p>
          <a:p>
            <a:pPr lvl="0"/>
            <a:r>
              <a:rPr lang="id-ID" sz="2800" dirty="0"/>
              <a:t> </a:t>
            </a:r>
          </a:p>
          <a:p>
            <a:pPr lvl="0"/>
            <a:r>
              <a:rPr lang="id-ID" sz="2800" dirty="0"/>
              <a:t>Karena Firman itu satu Hakekat, Esensi, Dzat dengan Allah dan Firman itu adalah Allah. </a:t>
            </a:r>
          </a:p>
          <a:p>
            <a:pPr lvl="0"/>
            <a:endParaRPr lang="id-ID" sz="2800" dirty="0"/>
          </a:p>
          <a:p>
            <a:pPr lvl="0"/>
            <a:r>
              <a:rPr lang="id-ID" sz="2800" dirty="0"/>
              <a:t>Jadi dalam  keadaanNya sebagai Firman, Dia adalah Allah.</a:t>
            </a:r>
          </a:p>
        </p:txBody>
      </p:sp>
    </p:spTree>
    <p:extLst>
      <p:ext uri="{BB962C8B-B14F-4D97-AF65-F5344CB8AC3E}">
        <p14:creationId xmlns:p14="http://schemas.microsoft.com/office/powerpoint/2010/main" xmlns="" val="24448825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4552365" y="314322"/>
            <a:ext cx="3962985" cy="19431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</a:rPr>
              <a:t>FIRMAN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Kekal, Illahi, Pencipta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Yohanes 1:1-3</a:t>
            </a:r>
          </a:p>
        </p:txBody>
      </p:sp>
      <p:sp>
        <p:nvSpPr>
          <p:cNvPr id="6" name="Rounded Rectangle 15">
            <a:extLst>
              <a:ext uri="{FF2B5EF4-FFF2-40B4-BE49-F238E27FC236}">
                <a16:creationId xmlns:a16="http://schemas.microsoft.com/office/drawing/2014/main" xmlns="" id="{A6895659-390B-4C2C-919E-BC641A00CEAC}"/>
              </a:ext>
            </a:extLst>
          </p:cNvPr>
          <p:cNvSpPr/>
          <p:nvPr/>
        </p:nvSpPr>
        <p:spPr>
          <a:xfrm>
            <a:off x="9215436" y="323847"/>
            <a:ext cx="2933700" cy="19431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</a:rPr>
              <a:t>AL-QURAN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Kekal, 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Illahi, 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Pencipta</a:t>
            </a:r>
          </a:p>
        </p:txBody>
      </p:sp>
      <p:sp>
        <p:nvSpPr>
          <p:cNvPr id="7" name="Right Arrow 8">
            <a:extLst>
              <a:ext uri="{FF2B5EF4-FFF2-40B4-BE49-F238E27FC236}">
                <a16:creationId xmlns:a16="http://schemas.microsoft.com/office/drawing/2014/main" xmlns="" id="{76560187-7CC2-446A-B58B-D1823264E2FF}"/>
              </a:ext>
            </a:extLst>
          </p:cNvPr>
          <p:cNvSpPr/>
          <p:nvPr/>
        </p:nvSpPr>
        <p:spPr>
          <a:xfrm>
            <a:off x="8662918" y="1112517"/>
            <a:ext cx="404949" cy="3657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xmlns="" id="{62BBF0E8-50F2-414B-88E5-7F1E50469E8D}"/>
              </a:ext>
            </a:extLst>
          </p:cNvPr>
          <p:cNvSpPr/>
          <p:nvPr/>
        </p:nvSpPr>
        <p:spPr>
          <a:xfrm>
            <a:off x="206105" y="2728686"/>
            <a:ext cx="3794396" cy="194332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600" b="1" dirty="0">
                <a:solidFill>
                  <a:schemeClr val="tx1"/>
                </a:solidFill>
              </a:rPr>
              <a:t>KODRAT GANDA</a:t>
            </a:r>
          </a:p>
          <a:p>
            <a:pPr algn="ctr"/>
            <a:r>
              <a:rPr lang="id-ID" sz="3600" b="1" dirty="0">
                <a:solidFill>
                  <a:schemeClr val="tx1"/>
                </a:solidFill>
              </a:rPr>
              <a:t>ISA ALMASIH</a:t>
            </a:r>
          </a:p>
        </p:txBody>
      </p:sp>
      <p:sp>
        <p:nvSpPr>
          <p:cNvPr id="9" name="Rounded Rectangle 14">
            <a:extLst>
              <a:ext uri="{FF2B5EF4-FFF2-40B4-BE49-F238E27FC236}">
                <a16:creationId xmlns:a16="http://schemas.microsoft.com/office/drawing/2014/main" xmlns="" id="{4DBAE134-A2C5-4D0C-9B7B-165E8B4E477A}"/>
              </a:ext>
            </a:extLst>
          </p:cNvPr>
          <p:cNvSpPr/>
          <p:nvPr/>
        </p:nvSpPr>
        <p:spPr>
          <a:xfrm>
            <a:off x="4561890" y="3067047"/>
            <a:ext cx="3962985" cy="19431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</a:rPr>
              <a:t>MANUSIA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Dibunuh /  mati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Bagi dosa kita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1 Petrus 3:18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F28DF1C3-C38D-4283-AAA6-86DC6C9810A3}"/>
              </a:ext>
            </a:extLst>
          </p:cNvPr>
          <p:cNvCxnSpPr/>
          <p:nvPr/>
        </p:nvCxnSpPr>
        <p:spPr>
          <a:xfrm rot="5400000" flipH="1" flipV="1">
            <a:off x="3571876" y="1957388"/>
            <a:ext cx="1071562" cy="72866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858A6DEE-EAB1-4B7F-BCBC-568B316100AA}"/>
              </a:ext>
            </a:extLst>
          </p:cNvPr>
          <p:cNvCxnSpPr/>
          <p:nvPr/>
        </p:nvCxnSpPr>
        <p:spPr>
          <a:xfrm>
            <a:off x="3871913" y="3671888"/>
            <a:ext cx="542925" cy="51435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hape 183">
            <a:extLst>
              <a:ext uri="{FF2B5EF4-FFF2-40B4-BE49-F238E27FC236}">
                <a16:creationId xmlns:a16="http://schemas.microsoft.com/office/drawing/2014/main" xmlns="" id="{706CB4F2-F47A-426C-B7CB-CEB53B50E23C}"/>
              </a:ext>
            </a:extLst>
          </p:cNvPr>
          <p:cNvSpPr txBox="1">
            <a:spLocks/>
          </p:cNvSpPr>
          <p:nvPr/>
        </p:nvSpPr>
        <p:spPr>
          <a:xfrm>
            <a:off x="206105" y="626785"/>
            <a:ext cx="4498417" cy="2147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7432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3444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9164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7452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3172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id-ID" b="1" dirty="0"/>
              <a:t>Pertanyaan : 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id-ID" sz="2800" dirty="0"/>
              <a:t>Okelah, tapi pertanyaan saya, 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id-ID" sz="2800" dirty="0"/>
              <a:t>kalau Isa Almasih itu Allah, kok Dia bisa mati? 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id-ID" sz="2800" dirty="0"/>
              <a:t>Bukankah berarti Allahnya orang Kristen itu mati?</a:t>
            </a:r>
          </a:p>
        </p:txBody>
      </p:sp>
      <p:sp>
        <p:nvSpPr>
          <p:cNvPr id="15" name="Shape 183">
            <a:extLst>
              <a:ext uri="{FF2B5EF4-FFF2-40B4-BE49-F238E27FC236}">
                <a16:creationId xmlns:a16="http://schemas.microsoft.com/office/drawing/2014/main" xmlns="" id="{BC8CDEB0-E263-422D-AB1E-BA6E18E4C157}"/>
              </a:ext>
            </a:extLst>
          </p:cNvPr>
          <p:cNvSpPr txBox="1">
            <a:spLocks/>
          </p:cNvSpPr>
          <p:nvPr/>
        </p:nvSpPr>
        <p:spPr>
          <a:xfrm>
            <a:off x="299979" y="4863545"/>
            <a:ext cx="9639155" cy="153007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7432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3444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9164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7452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3172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id-ID" sz="2800" b="1" dirty="0"/>
              <a:t>Jawab : 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id-ID" sz="2800" dirty="0"/>
              <a:t>Jadi di dalam diri Yesus ada “Kodrat Ganda”. 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id-ID" sz="2800" dirty="0"/>
              <a:t>1.Sebagai manusia, Dia 100%  insani. (Kamil bi alnasud)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id-ID" sz="2800" dirty="0"/>
              <a:t>2.Sebagai Firman, Dia 100% illahi. (Kamil bi Al-lahud) </a:t>
            </a:r>
          </a:p>
        </p:txBody>
      </p:sp>
    </p:spTree>
    <p:extLst>
      <p:ext uri="{BB962C8B-B14F-4D97-AF65-F5344CB8AC3E}">
        <p14:creationId xmlns:p14="http://schemas.microsoft.com/office/powerpoint/2010/main" xmlns="" val="39236153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4552365" y="314322"/>
            <a:ext cx="3962985" cy="19431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</a:rPr>
              <a:t>FIRMAN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Kekal, Illahi, Pencipta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Yohanes 1:1-3</a:t>
            </a:r>
          </a:p>
        </p:txBody>
      </p:sp>
      <p:sp>
        <p:nvSpPr>
          <p:cNvPr id="6" name="Rounded Rectangle 15">
            <a:extLst>
              <a:ext uri="{FF2B5EF4-FFF2-40B4-BE49-F238E27FC236}">
                <a16:creationId xmlns:a16="http://schemas.microsoft.com/office/drawing/2014/main" xmlns="" id="{A6895659-390B-4C2C-919E-BC641A00CEAC}"/>
              </a:ext>
            </a:extLst>
          </p:cNvPr>
          <p:cNvSpPr/>
          <p:nvPr/>
        </p:nvSpPr>
        <p:spPr>
          <a:xfrm>
            <a:off x="9215436" y="323847"/>
            <a:ext cx="2933700" cy="19431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</a:rPr>
              <a:t>AL-QURAN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Kekal, 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Illahi, 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Pencipta</a:t>
            </a:r>
          </a:p>
        </p:txBody>
      </p:sp>
      <p:sp>
        <p:nvSpPr>
          <p:cNvPr id="7" name="Right Arrow 8">
            <a:extLst>
              <a:ext uri="{FF2B5EF4-FFF2-40B4-BE49-F238E27FC236}">
                <a16:creationId xmlns:a16="http://schemas.microsoft.com/office/drawing/2014/main" xmlns="" id="{76560187-7CC2-446A-B58B-D1823264E2FF}"/>
              </a:ext>
            </a:extLst>
          </p:cNvPr>
          <p:cNvSpPr/>
          <p:nvPr/>
        </p:nvSpPr>
        <p:spPr>
          <a:xfrm>
            <a:off x="8662918" y="1112517"/>
            <a:ext cx="404949" cy="3657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xmlns="" id="{62BBF0E8-50F2-414B-88E5-7F1E50469E8D}"/>
              </a:ext>
            </a:extLst>
          </p:cNvPr>
          <p:cNvSpPr/>
          <p:nvPr/>
        </p:nvSpPr>
        <p:spPr>
          <a:xfrm>
            <a:off x="206105" y="2728686"/>
            <a:ext cx="3794396" cy="194332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600" b="1" dirty="0">
                <a:solidFill>
                  <a:schemeClr val="tx1"/>
                </a:solidFill>
              </a:rPr>
              <a:t>KODRAT GANDA</a:t>
            </a:r>
          </a:p>
          <a:p>
            <a:pPr algn="ctr"/>
            <a:r>
              <a:rPr lang="id-ID" sz="3600" b="1" dirty="0">
                <a:solidFill>
                  <a:schemeClr val="tx1"/>
                </a:solidFill>
              </a:rPr>
              <a:t>ISA ALMASIH</a:t>
            </a:r>
          </a:p>
        </p:txBody>
      </p:sp>
      <p:sp>
        <p:nvSpPr>
          <p:cNvPr id="9" name="Rounded Rectangle 14">
            <a:extLst>
              <a:ext uri="{FF2B5EF4-FFF2-40B4-BE49-F238E27FC236}">
                <a16:creationId xmlns:a16="http://schemas.microsoft.com/office/drawing/2014/main" xmlns="" id="{4DBAE134-A2C5-4D0C-9B7B-165E8B4E477A}"/>
              </a:ext>
            </a:extLst>
          </p:cNvPr>
          <p:cNvSpPr/>
          <p:nvPr/>
        </p:nvSpPr>
        <p:spPr>
          <a:xfrm>
            <a:off x="4561890" y="3067047"/>
            <a:ext cx="3962985" cy="19431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</a:rPr>
              <a:t>MANUSIA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Dibunuh /  mati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Bagi dosa kita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1 Petrus 3:18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F28DF1C3-C38D-4283-AAA6-86DC6C9810A3}"/>
              </a:ext>
            </a:extLst>
          </p:cNvPr>
          <p:cNvCxnSpPr/>
          <p:nvPr/>
        </p:nvCxnSpPr>
        <p:spPr>
          <a:xfrm rot="5400000" flipH="1" flipV="1">
            <a:off x="3571876" y="1957388"/>
            <a:ext cx="1071562" cy="72866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858A6DEE-EAB1-4B7F-BCBC-568B316100AA}"/>
              </a:ext>
            </a:extLst>
          </p:cNvPr>
          <p:cNvCxnSpPr/>
          <p:nvPr/>
        </p:nvCxnSpPr>
        <p:spPr>
          <a:xfrm>
            <a:off x="3871913" y="3671888"/>
            <a:ext cx="542925" cy="51435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hape 183">
            <a:extLst>
              <a:ext uri="{FF2B5EF4-FFF2-40B4-BE49-F238E27FC236}">
                <a16:creationId xmlns:a16="http://schemas.microsoft.com/office/drawing/2014/main" xmlns="" id="{706CB4F2-F47A-426C-B7CB-CEB53B50E23C}"/>
              </a:ext>
            </a:extLst>
          </p:cNvPr>
          <p:cNvSpPr txBox="1">
            <a:spLocks/>
          </p:cNvSpPr>
          <p:nvPr/>
        </p:nvSpPr>
        <p:spPr>
          <a:xfrm>
            <a:off x="98762" y="584378"/>
            <a:ext cx="4498417" cy="2147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7432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3444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9164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7452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3172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id-ID" sz="2800" dirty="0"/>
              <a:t>Sebab juga Kristus telah mati </a:t>
            </a:r>
            <a:r>
              <a:rPr lang="id-ID" sz="2800" b="1" dirty="0"/>
              <a:t>dibunuh dalam keadaan-Nya sebagai manusia</a:t>
            </a:r>
            <a:r>
              <a:rPr lang="id-ID" sz="2800" dirty="0"/>
              <a:t> </a:t>
            </a:r>
          </a:p>
          <a:p>
            <a:pPr marL="0" lvl="0" indent="0" algn="ctr">
              <a:buNone/>
            </a:pPr>
            <a:r>
              <a:rPr lang="id-ID" sz="2800" dirty="0"/>
              <a:t>(1 Petrus 3:18-baca lengkap)</a:t>
            </a:r>
          </a:p>
        </p:txBody>
      </p:sp>
      <p:sp>
        <p:nvSpPr>
          <p:cNvPr id="15" name="Shape 183">
            <a:extLst>
              <a:ext uri="{FF2B5EF4-FFF2-40B4-BE49-F238E27FC236}">
                <a16:creationId xmlns:a16="http://schemas.microsoft.com/office/drawing/2014/main" xmlns="" id="{BC8CDEB0-E263-422D-AB1E-BA6E18E4C157}"/>
              </a:ext>
            </a:extLst>
          </p:cNvPr>
          <p:cNvSpPr txBox="1">
            <a:spLocks/>
          </p:cNvSpPr>
          <p:nvPr/>
        </p:nvSpPr>
        <p:spPr>
          <a:xfrm>
            <a:off x="299979" y="4706789"/>
            <a:ext cx="9639155" cy="153007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7432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3444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9164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7452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3172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id-ID" sz="2800" b="1" dirty="0"/>
              <a:t>Jawab : </a:t>
            </a:r>
          </a:p>
          <a:p>
            <a:pPr marL="0" lvl="0" indent="0" algn="just">
              <a:buNone/>
            </a:pPr>
            <a:r>
              <a:rPr lang="id-ID" sz="2800" dirty="0"/>
              <a:t>Jadi yang di bunuh itu adalah kemanusiaan Yesus, namun sebagai Sang Firman, Dia adalah Allah yang kekal.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0289F4A-8286-4FBB-BD7C-27BF74F250D6}"/>
              </a:ext>
            </a:extLst>
          </p:cNvPr>
          <p:cNvSpPr/>
          <p:nvPr/>
        </p:nvSpPr>
        <p:spPr>
          <a:xfrm>
            <a:off x="112928" y="404953"/>
            <a:ext cx="29256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800" dirty="0" smtClean="0"/>
              <a:t>Kok </a:t>
            </a:r>
            <a:r>
              <a:rPr lang="id-ID" sz="2800" dirty="0"/>
              <a:t>Dia bisa mati? </a:t>
            </a:r>
          </a:p>
        </p:txBody>
      </p:sp>
      <p:sp>
        <p:nvSpPr>
          <p:cNvPr id="13" name="Rounded Rectangle 16">
            <a:extLst>
              <a:ext uri="{FF2B5EF4-FFF2-40B4-BE49-F238E27FC236}">
                <a16:creationId xmlns:a16="http://schemas.microsoft.com/office/drawing/2014/main" xmlns="" id="{DFDCA4C1-4536-4B91-822A-5BA7D1CDC1DD}"/>
              </a:ext>
            </a:extLst>
          </p:cNvPr>
          <p:cNvSpPr/>
          <p:nvPr/>
        </p:nvSpPr>
        <p:spPr>
          <a:xfrm>
            <a:off x="9286871" y="2976560"/>
            <a:ext cx="2790825" cy="19431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</a:rPr>
              <a:t>KITAB</a:t>
            </a:r>
          </a:p>
          <a:p>
            <a:pPr algn="ctr"/>
            <a:r>
              <a:rPr lang="id-ID" sz="3200" b="1" dirty="0">
                <a:solidFill>
                  <a:schemeClr val="tx1"/>
                </a:solidFill>
              </a:rPr>
              <a:t>BISA RUSAK / HANCUR</a:t>
            </a:r>
          </a:p>
        </p:txBody>
      </p:sp>
      <p:sp>
        <p:nvSpPr>
          <p:cNvPr id="16" name="Right Arrow 8">
            <a:extLst>
              <a:ext uri="{FF2B5EF4-FFF2-40B4-BE49-F238E27FC236}">
                <a16:creationId xmlns:a16="http://schemas.microsoft.com/office/drawing/2014/main" xmlns="" id="{61F4A7D5-D3B2-4987-8F32-758660B57FB2}"/>
              </a:ext>
            </a:extLst>
          </p:cNvPr>
          <p:cNvSpPr/>
          <p:nvPr/>
        </p:nvSpPr>
        <p:spPr>
          <a:xfrm>
            <a:off x="8662917" y="3672837"/>
            <a:ext cx="404949" cy="3657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xmlns="" val="1030699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850" y="88714"/>
            <a:ext cx="9515475" cy="1295400"/>
          </a:xfrm>
        </p:spPr>
        <p:txBody>
          <a:bodyPr/>
          <a:lstStyle/>
          <a:p>
            <a:r>
              <a:rPr lang="id-ID" dirty="0"/>
              <a:t>Pernahkah Yesus mengaku sebagai allah?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0" y="1495133"/>
            <a:ext cx="1203089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 algn="ctr"/>
            <a:r>
              <a:rPr lang="id-ID" sz="4800" b="1" dirty="0">
                <a:latin typeface="+mj-lt"/>
              </a:rPr>
              <a:t> </a:t>
            </a:r>
            <a:r>
              <a:rPr lang="id-ID" sz="4400" b="1" dirty="0" smtClean="0">
                <a:latin typeface="+mj-lt"/>
              </a:rPr>
              <a:t>1.Perbedaan </a:t>
            </a:r>
            <a:r>
              <a:rPr lang="id-ID" sz="4400" b="1" dirty="0">
                <a:latin typeface="+mj-lt"/>
              </a:rPr>
              <a:t>Tuhan dan Allah |Kurios &amp; Theos</a:t>
            </a:r>
          </a:p>
          <a:p>
            <a:pPr marL="742950" indent="-742950" algn="ctr"/>
            <a:r>
              <a:rPr lang="id-ID" sz="4400" b="1" dirty="0">
                <a:latin typeface="+mj-lt"/>
              </a:rPr>
              <a:t> </a:t>
            </a:r>
            <a:r>
              <a:rPr lang="id-ID" sz="4400" b="1" dirty="0" smtClean="0">
                <a:latin typeface="+mj-lt"/>
              </a:rPr>
              <a:t>2.Kultur </a:t>
            </a:r>
            <a:r>
              <a:rPr lang="id-ID" sz="4400" b="1" dirty="0">
                <a:latin typeface="+mj-lt"/>
              </a:rPr>
              <a:t>budaya Yahudi</a:t>
            </a:r>
          </a:p>
          <a:p>
            <a:pPr marL="742950" indent="-742950" algn="ctr"/>
            <a:r>
              <a:rPr lang="id-ID" sz="4400" b="1" dirty="0">
                <a:latin typeface="+mj-lt"/>
              </a:rPr>
              <a:t> </a:t>
            </a:r>
            <a:r>
              <a:rPr lang="id-ID" sz="4400" b="1" dirty="0" smtClean="0">
                <a:latin typeface="+mj-lt"/>
              </a:rPr>
              <a:t>3.Yesus </a:t>
            </a:r>
            <a:r>
              <a:rPr lang="id-ID" sz="4400" b="1" dirty="0">
                <a:latin typeface="+mj-lt"/>
              </a:rPr>
              <a:t>melakukan pekerjaan Allah.</a:t>
            </a:r>
          </a:p>
        </p:txBody>
      </p:sp>
    </p:spTree>
    <p:extLst>
      <p:ext uri="{BB962C8B-B14F-4D97-AF65-F5344CB8AC3E}">
        <p14:creationId xmlns:p14="http://schemas.microsoft.com/office/powerpoint/2010/main" xmlns="" val="2132301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286502" y="4598126"/>
            <a:ext cx="5365567" cy="1878895"/>
          </a:xfrm>
          <a:prstGeom prst="rect">
            <a:avLst/>
          </a:prstGeom>
          <a:solidFill>
            <a:schemeClr val="accent1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id-ID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83235" y="2704011"/>
            <a:ext cx="5368834" cy="1828809"/>
          </a:xfrm>
          <a:prstGeom prst="rect">
            <a:avLst/>
          </a:prstGeom>
          <a:solidFill>
            <a:schemeClr val="accent1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id-ID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286502" y="235128"/>
            <a:ext cx="5365567" cy="2391044"/>
          </a:xfrm>
          <a:prstGeom prst="rect">
            <a:avLst/>
          </a:prstGeom>
          <a:solidFill>
            <a:schemeClr val="accent1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id-ID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87383" y="3143248"/>
            <a:ext cx="5427615" cy="2434592"/>
          </a:xfrm>
          <a:prstGeom prst="rect">
            <a:avLst/>
          </a:prstGeom>
          <a:solidFill>
            <a:schemeClr val="accent1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id-ID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61257" y="561703"/>
            <a:ext cx="5453741" cy="2391044"/>
          </a:xfrm>
          <a:prstGeom prst="rect">
            <a:avLst/>
          </a:prstGeom>
          <a:solidFill>
            <a:schemeClr val="accent1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id-ID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254" name="Shape 254"/>
          <p:cNvSpPr txBox="1">
            <a:spLocks noGrp="1"/>
          </p:cNvSpPr>
          <p:nvPr>
            <p:ph type="body" idx="4294967295"/>
          </p:nvPr>
        </p:nvSpPr>
        <p:spPr>
          <a:xfrm>
            <a:off x="535574" y="561701"/>
            <a:ext cx="4850731" cy="212715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id-ID" sz="3600" b="1" dirty="0"/>
              <a:t>Dia Tidak Menolak Penyembahan Thomas </a:t>
            </a:r>
          </a:p>
          <a:p>
            <a:pPr marL="0" indent="0">
              <a:buNone/>
            </a:pPr>
            <a:r>
              <a:rPr lang="id-ID" sz="3600" b="1" dirty="0"/>
              <a:t>| Yohanes 20:27-28</a:t>
            </a:r>
            <a:endParaRPr sz="3600" dirty="0"/>
          </a:p>
        </p:txBody>
      </p:sp>
      <p:sp>
        <p:nvSpPr>
          <p:cNvPr id="15" name="Shape 254"/>
          <p:cNvSpPr txBox="1">
            <a:spLocks noGrp="1"/>
          </p:cNvSpPr>
          <p:nvPr>
            <p:ph type="body" idx="4294967295"/>
          </p:nvPr>
        </p:nvSpPr>
        <p:spPr>
          <a:xfrm>
            <a:off x="6407907" y="-33169"/>
            <a:ext cx="4303636" cy="183475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id-ID" sz="3600" b="1" dirty="0"/>
              <a:t>Yesus Berkata: ‘Aku Dan Bapa Adalah Satu’  </a:t>
            </a:r>
          </a:p>
          <a:p>
            <a:pPr marL="0" indent="0">
              <a:buNone/>
            </a:pPr>
            <a:r>
              <a:rPr lang="id-ID" sz="3600" b="1" dirty="0"/>
              <a:t>| Yohanes 10:30</a:t>
            </a:r>
            <a:endParaRPr sz="3600" dirty="0"/>
          </a:p>
        </p:txBody>
      </p:sp>
      <p:sp>
        <p:nvSpPr>
          <p:cNvPr id="16" name="Shape 254"/>
          <p:cNvSpPr txBox="1">
            <a:spLocks noGrp="1"/>
          </p:cNvSpPr>
          <p:nvPr>
            <p:ph type="body" idx="4294967295"/>
          </p:nvPr>
        </p:nvSpPr>
        <p:spPr>
          <a:xfrm>
            <a:off x="585159" y="2952203"/>
            <a:ext cx="4848989" cy="246888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id-ID" sz="3600" b="1" dirty="0"/>
              <a:t>Barangsiapa Telah Melihat Aku ia Telah Melihat Bapa                  </a:t>
            </a:r>
          </a:p>
          <a:p>
            <a:pPr marL="0" indent="0">
              <a:buNone/>
            </a:pPr>
            <a:r>
              <a:rPr lang="id-ID" sz="3600" b="1" dirty="0"/>
              <a:t>| Yohanes 14:9</a:t>
            </a:r>
            <a:endParaRPr sz="3600" dirty="0"/>
          </a:p>
        </p:txBody>
      </p:sp>
      <p:sp>
        <p:nvSpPr>
          <p:cNvPr id="17" name="Shape 254"/>
          <p:cNvSpPr txBox="1">
            <a:spLocks noGrp="1"/>
          </p:cNvSpPr>
          <p:nvPr>
            <p:ph type="body" idx="4294967295"/>
          </p:nvPr>
        </p:nvSpPr>
        <p:spPr>
          <a:xfrm>
            <a:off x="6381781" y="2416462"/>
            <a:ext cx="4095750" cy="1879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id-ID" sz="3600" b="1" dirty="0"/>
              <a:t>Yesus Mengampuni Dosa</a:t>
            </a:r>
          </a:p>
          <a:p>
            <a:pPr marL="0" indent="0">
              <a:buNone/>
            </a:pPr>
            <a:r>
              <a:rPr lang="id-ID" sz="3600" b="1" dirty="0"/>
              <a:t>| Markus 2:5-7</a:t>
            </a:r>
            <a:endParaRPr sz="3600" dirty="0"/>
          </a:p>
        </p:txBody>
      </p:sp>
      <p:sp>
        <p:nvSpPr>
          <p:cNvPr id="18" name="Shape 254"/>
          <p:cNvSpPr txBox="1">
            <a:spLocks noGrp="1"/>
          </p:cNvSpPr>
          <p:nvPr>
            <p:ph type="body" idx="4294967295"/>
          </p:nvPr>
        </p:nvSpPr>
        <p:spPr>
          <a:xfrm>
            <a:off x="6381781" y="4323097"/>
            <a:ext cx="5400916" cy="207770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id-ID" sz="3600" b="1" dirty="0"/>
              <a:t>Yesus Sudah Ada Bahkan Sebelum Ibrahim                            </a:t>
            </a:r>
          </a:p>
          <a:p>
            <a:pPr marL="0" indent="0">
              <a:buNone/>
            </a:pPr>
            <a:r>
              <a:rPr lang="id-ID" sz="3600" b="1" dirty="0"/>
              <a:t>| Yohanes 8:58</a:t>
            </a:r>
            <a:endParaRPr sz="3600" dirty="0"/>
          </a:p>
        </p:txBody>
      </p:sp>
      <p:cxnSp>
        <p:nvCxnSpPr>
          <p:cNvPr id="20" name="Straight Connector 19"/>
          <p:cNvCxnSpPr/>
          <p:nvPr/>
        </p:nvCxnSpPr>
        <p:spPr>
          <a:xfrm rot="16200000" flipH="1">
            <a:off x="2930455" y="3313593"/>
            <a:ext cx="6133574" cy="27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ZA" smtClean="0"/>
              <a:pPr/>
              <a:t>10</a:t>
            </a:fld>
            <a:endParaRPr lang="en-ZA" dirty="0"/>
          </a:p>
        </p:txBody>
      </p:sp>
      <p:sp>
        <p:nvSpPr>
          <p:cNvPr id="8" name="Rectangle 7"/>
          <p:cNvSpPr/>
          <p:nvPr/>
        </p:nvSpPr>
        <p:spPr>
          <a:xfrm>
            <a:off x="272951" y="1075868"/>
            <a:ext cx="9512491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id-ID" sz="6600" b="1" dirty="0" smtClean="0">
                <a:solidFill>
                  <a:schemeClr val="bg1"/>
                </a:solidFill>
                <a:latin typeface="Corbel" pitchFamily="34" charset="0"/>
              </a:rPr>
              <a:t>Penjelasan </a:t>
            </a:r>
          </a:p>
          <a:p>
            <a:pPr lvl="0" algn="ctr"/>
            <a:r>
              <a:rPr lang="id-ID" sz="6600" b="1" dirty="0" smtClean="0">
                <a:solidFill>
                  <a:schemeClr val="bg1"/>
                </a:solidFill>
                <a:latin typeface="Corbel" pitchFamily="34" charset="0"/>
              </a:rPr>
              <a:t>TRITUNGGAL</a:t>
            </a:r>
          </a:p>
          <a:p>
            <a:pPr lvl="0" algn="ctr"/>
            <a:endParaRPr lang="id-ID" sz="6600" b="1" dirty="0" smtClean="0">
              <a:solidFill>
                <a:schemeClr val="bg1"/>
              </a:solidFill>
              <a:latin typeface="Corbel" pitchFamily="34" charset="0"/>
            </a:endParaRPr>
          </a:p>
          <a:p>
            <a:pPr lvl="0" algn="ctr"/>
            <a:r>
              <a:rPr lang="id-ID" sz="6600" b="1" dirty="0" smtClean="0">
                <a:solidFill>
                  <a:schemeClr val="bg1"/>
                </a:solidFill>
                <a:latin typeface="Corbel" pitchFamily="34" charset="0"/>
              </a:rPr>
              <a:t>Kepada  Muslim</a:t>
            </a:r>
            <a:endParaRPr lang="id-ID" sz="6600" dirty="0">
              <a:solidFill>
                <a:schemeClr val="bg1"/>
              </a:solidFill>
              <a:latin typeface="Corbe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31104" y="5036024"/>
            <a:ext cx="21199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2800" b="1" dirty="0" smtClean="0">
                <a:latin typeface="Calibri" pitchFamily="34" charset="0"/>
                <a:cs typeface="Calibri" pitchFamily="34" charset="0"/>
              </a:rPr>
              <a:t>BAGAIMANA</a:t>
            </a:r>
          </a:p>
          <a:p>
            <a:pPr algn="r"/>
            <a:r>
              <a:rPr lang="id-ID" sz="2800" b="1" dirty="0" smtClean="0">
                <a:latin typeface="Calibri" pitchFamily="34" charset="0"/>
                <a:cs typeface="Calibri" pitchFamily="34" charset="0"/>
              </a:rPr>
              <a:t>ALLAH</a:t>
            </a:r>
          </a:p>
          <a:p>
            <a:pPr algn="r"/>
            <a:r>
              <a:rPr lang="id-ID" sz="2800" b="1" dirty="0" smtClean="0">
                <a:latin typeface="Calibri" pitchFamily="34" charset="0"/>
                <a:cs typeface="Calibri" pitchFamily="34" charset="0"/>
              </a:rPr>
              <a:t>BERKARYA</a:t>
            </a:r>
            <a:endParaRPr lang="id-ID" sz="2800" b="1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91674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19B51A1E-902D-48AF-9020-955120F399B6}" type="slidenum">
              <a:rPr lang="en-ZA" smtClean="0"/>
              <a:pPr/>
              <a:t>11</a:t>
            </a:fld>
            <a:endParaRPr lang="en-ZA" dirty="0"/>
          </a:p>
        </p:txBody>
      </p:sp>
      <p:sp>
        <p:nvSpPr>
          <p:cNvPr id="8" name="Rounded Rectangle 7"/>
          <p:cNvSpPr/>
          <p:nvPr/>
        </p:nvSpPr>
        <p:spPr>
          <a:xfrm>
            <a:off x="218365" y="204716"/>
            <a:ext cx="3411940" cy="2374711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2800" dirty="0" smtClean="0">
                <a:latin typeface="Calibri" pitchFamily="34" charset="0"/>
                <a:cs typeface="Calibri" pitchFamily="34" charset="0"/>
              </a:rPr>
              <a:t>Penjelasan Tritunggal</a:t>
            </a:r>
          </a:p>
          <a:p>
            <a:pPr algn="ctr"/>
            <a:r>
              <a:rPr lang="id-ID" sz="2800" dirty="0" smtClean="0">
                <a:latin typeface="Calibri" pitchFamily="34" charset="0"/>
                <a:cs typeface="Calibri" pitchFamily="34" charset="0"/>
              </a:rPr>
              <a:t>Untuk Muslim</a:t>
            </a:r>
            <a:endParaRPr lang="id-ID" sz="28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189863" y="247934"/>
            <a:ext cx="3439235" cy="242702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2800" dirty="0" smtClean="0">
                <a:latin typeface="Calibri" pitchFamily="34" charset="0"/>
                <a:cs typeface="Calibri" pitchFamily="34" charset="0"/>
              </a:rPr>
              <a:t>Tritunggal</a:t>
            </a:r>
          </a:p>
          <a:p>
            <a:pPr algn="ctr"/>
            <a:r>
              <a:rPr lang="id-ID" sz="2800" dirty="0" smtClean="0">
                <a:latin typeface="Calibri" pitchFamily="34" charset="0"/>
                <a:cs typeface="Calibri" pitchFamily="34" charset="0"/>
              </a:rPr>
              <a:t>Bukan Keberapaan</a:t>
            </a:r>
          </a:p>
          <a:p>
            <a:pPr algn="ctr"/>
            <a:r>
              <a:rPr lang="id-ID" sz="2800" dirty="0" smtClean="0">
                <a:latin typeface="Calibri" pitchFamily="34" charset="0"/>
                <a:cs typeface="Calibri" pitchFamily="34" charset="0"/>
              </a:rPr>
              <a:t>Tetapi Kebagaimanaan</a:t>
            </a:r>
          </a:p>
          <a:p>
            <a:pPr algn="ctr"/>
            <a:r>
              <a:rPr lang="id-ID" sz="2800" dirty="0" smtClean="0">
                <a:latin typeface="Calibri" pitchFamily="34" charset="0"/>
                <a:cs typeface="Calibri" pitchFamily="34" charset="0"/>
              </a:rPr>
              <a:t>Allah berkarya</a:t>
            </a:r>
            <a:endParaRPr lang="id-ID" sz="28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179558" y="263856"/>
            <a:ext cx="3612108" cy="241110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2800" dirty="0" smtClean="0">
                <a:latin typeface="Calibri" pitchFamily="34" charset="0"/>
                <a:cs typeface="Calibri" pitchFamily="34" charset="0"/>
              </a:rPr>
              <a:t>Kutip </a:t>
            </a:r>
          </a:p>
          <a:p>
            <a:pPr algn="ctr"/>
            <a:r>
              <a:rPr lang="id-ID" sz="2800" dirty="0" smtClean="0">
                <a:latin typeface="Calibri" pitchFamily="34" charset="0"/>
                <a:cs typeface="Calibri" pitchFamily="34" charset="0"/>
              </a:rPr>
              <a:t>Kejadian 1:1-3</a:t>
            </a:r>
            <a:endParaRPr lang="id-ID" sz="28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786651" y="3207223"/>
            <a:ext cx="6032311" cy="248389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sz="2800" b="1" dirty="0" smtClean="0">
                <a:latin typeface="Calibri" pitchFamily="34" charset="0"/>
                <a:cs typeface="Calibri" pitchFamily="34" charset="0"/>
              </a:rPr>
              <a:t>Allah</a:t>
            </a:r>
            <a:r>
              <a:rPr lang="id-ID" sz="2800" dirty="0" smtClean="0">
                <a:latin typeface="Calibri" pitchFamily="34" charset="0"/>
                <a:cs typeface="Calibri" pitchFamily="34" charset="0"/>
              </a:rPr>
              <a:t> Mencipta</a:t>
            </a:r>
          </a:p>
          <a:p>
            <a:r>
              <a:rPr lang="id-ID" sz="2800" b="1" dirty="0" smtClean="0">
                <a:latin typeface="Calibri" pitchFamily="34" charset="0"/>
                <a:cs typeface="Calibri" pitchFamily="34" charset="0"/>
              </a:rPr>
              <a:t>Roh</a:t>
            </a:r>
            <a:r>
              <a:rPr lang="id-ID" sz="2800" dirty="0" smtClean="0">
                <a:latin typeface="Calibri" pitchFamily="34" charset="0"/>
                <a:cs typeface="Calibri" pitchFamily="34" charset="0"/>
              </a:rPr>
              <a:t> Memberi kehidupan</a:t>
            </a:r>
          </a:p>
          <a:p>
            <a:r>
              <a:rPr lang="id-ID" sz="2800" b="1" dirty="0" smtClean="0">
                <a:latin typeface="Calibri" pitchFamily="34" charset="0"/>
                <a:cs typeface="Calibri" pitchFamily="34" charset="0"/>
              </a:rPr>
              <a:t>Firman</a:t>
            </a:r>
            <a:r>
              <a:rPr lang="id-ID" sz="2800" dirty="0" smtClean="0">
                <a:latin typeface="Calibri" pitchFamily="34" charset="0"/>
                <a:cs typeface="Calibri" pitchFamily="34" charset="0"/>
              </a:rPr>
              <a:t> Mengeksekusi Penciptaan</a:t>
            </a:r>
            <a:endParaRPr lang="id-ID" sz="28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41194" y="2811439"/>
            <a:ext cx="4544663" cy="3835021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Allah tanpa Firman=</a:t>
            </a:r>
          </a:p>
          <a:p>
            <a:r>
              <a:rPr lang="id-ID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Bisu</a:t>
            </a:r>
          </a:p>
          <a:p>
            <a:r>
              <a:rPr lang="id-ID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Allah tanpa Roh = Almarhum</a:t>
            </a:r>
            <a:endParaRPr lang="id-ID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3821373" y="1132764"/>
            <a:ext cx="327546" cy="35484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" name="Right Arrow 13"/>
          <p:cNvSpPr/>
          <p:nvPr/>
        </p:nvSpPr>
        <p:spPr>
          <a:xfrm>
            <a:off x="7767850" y="1203277"/>
            <a:ext cx="327546" cy="35484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" name="Right Arrow 14"/>
          <p:cNvSpPr/>
          <p:nvPr/>
        </p:nvSpPr>
        <p:spPr>
          <a:xfrm rot="5400000">
            <a:off x="9819441" y="2731948"/>
            <a:ext cx="412826" cy="44722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" name="Right Arrow 16"/>
          <p:cNvSpPr/>
          <p:nvPr/>
        </p:nvSpPr>
        <p:spPr>
          <a:xfrm rot="10800000">
            <a:off x="4999587" y="4112523"/>
            <a:ext cx="555009" cy="60126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ZA" smtClean="0"/>
              <a:pPr/>
              <a:t>12</a:t>
            </a:fld>
            <a:endParaRPr lang="en-ZA" dirty="0"/>
          </a:p>
        </p:txBody>
      </p:sp>
      <p:sp>
        <p:nvSpPr>
          <p:cNvPr id="8" name="Rectangle 7"/>
          <p:cNvSpPr/>
          <p:nvPr/>
        </p:nvSpPr>
        <p:spPr>
          <a:xfrm>
            <a:off x="450375" y="38620"/>
            <a:ext cx="9512491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id-ID" sz="3600" b="1" dirty="0" smtClean="0">
                <a:solidFill>
                  <a:schemeClr val="bg1"/>
                </a:solidFill>
                <a:latin typeface="Corbel" pitchFamily="34" charset="0"/>
              </a:rPr>
              <a:t>I :</a:t>
            </a:r>
          </a:p>
          <a:p>
            <a:r>
              <a:rPr lang="id-ID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</a:rPr>
              <a:t>Mengapa di dalam agama Kristen ada Allah Tritunggal?</a:t>
            </a:r>
          </a:p>
          <a:p>
            <a:endParaRPr lang="id-ID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 pitchFamily="34" charset="0"/>
            </a:endParaRPr>
          </a:p>
          <a:p>
            <a:pPr lvl="0"/>
            <a:r>
              <a:rPr lang="id-ID" sz="3600" b="1" dirty="0" smtClean="0">
                <a:solidFill>
                  <a:schemeClr val="bg1"/>
                </a:solidFill>
                <a:latin typeface="Corbel" pitchFamily="34" charset="0"/>
              </a:rPr>
              <a:t>K: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id-ID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</a:rPr>
              <a:t>Doktrin Tritunggal tidak berbicara tentang </a:t>
            </a:r>
          </a:p>
          <a:p>
            <a:pPr lvl="0">
              <a:buClr>
                <a:schemeClr val="dk1"/>
              </a:buClr>
              <a:buSzPts val="1100"/>
            </a:pPr>
            <a:endParaRPr lang="id-ID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 pitchFamily="34" charset="0"/>
            </a:endParaRPr>
          </a:p>
          <a:p>
            <a:pPr lvl="0" algn="ctr">
              <a:buClr>
                <a:schemeClr val="dk1"/>
              </a:buClr>
              <a:buSzPts val="1100"/>
            </a:pPr>
            <a:r>
              <a:rPr lang="id-ID" sz="3600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</a:rPr>
              <a:t>KEBERAPAAN</a:t>
            </a:r>
            <a:r>
              <a:rPr lang="id-ID" sz="3600" dirty="0" smtClean="0">
                <a:solidFill>
                  <a:schemeClr val="bg1"/>
                </a:solidFill>
                <a:latin typeface="Corbel" pitchFamily="34" charset="0"/>
              </a:rPr>
              <a:t> </a:t>
            </a:r>
          </a:p>
          <a:p>
            <a:pPr lvl="0" algn="ctr">
              <a:buClr>
                <a:schemeClr val="dk1"/>
              </a:buClr>
              <a:buSzPts val="1100"/>
            </a:pPr>
            <a:r>
              <a:rPr lang="id-ID" sz="3600" b="1" dirty="0" smtClean="0">
                <a:solidFill>
                  <a:schemeClr val="bg1"/>
                </a:solidFill>
                <a:latin typeface="Corbel" pitchFamily="34" charset="0"/>
              </a:rPr>
              <a:t>Dari Allah tetapi berbicara tentang </a:t>
            </a:r>
            <a:r>
              <a:rPr lang="id-ID" sz="3600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</a:rPr>
              <a:t>KEBAGAIMANAAN</a:t>
            </a:r>
            <a:r>
              <a:rPr lang="id-ID" sz="3600" dirty="0" smtClean="0">
                <a:solidFill>
                  <a:schemeClr val="bg1"/>
                </a:solidFill>
                <a:latin typeface="Corbel" pitchFamily="34" charset="0"/>
              </a:rPr>
              <a:t> </a:t>
            </a:r>
          </a:p>
          <a:p>
            <a:pPr lvl="0" algn="ctr">
              <a:buClr>
                <a:schemeClr val="dk1"/>
              </a:buClr>
              <a:buSzPts val="1100"/>
            </a:pPr>
            <a:r>
              <a:rPr lang="id-ID" sz="3600" b="1" dirty="0" smtClean="0">
                <a:solidFill>
                  <a:schemeClr val="bg1"/>
                </a:solidFill>
                <a:latin typeface="Corbel" pitchFamily="34" charset="0"/>
              </a:rPr>
              <a:t>Allah itu berkarya.</a:t>
            </a:r>
            <a:endParaRPr lang="id-ID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31104" y="5036024"/>
            <a:ext cx="21199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2800" b="1" dirty="0" smtClean="0">
                <a:latin typeface="Calibri" pitchFamily="34" charset="0"/>
                <a:cs typeface="Calibri" pitchFamily="34" charset="0"/>
              </a:rPr>
              <a:t>BAGAIMANA</a:t>
            </a:r>
          </a:p>
          <a:p>
            <a:pPr algn="r"/>
            <a:r>
              <a:rPr lang="id-ID" sz="2800" b="1" dirty="0" smtClean="0">
                <a:latin typeface="Calibri" pitchFamily="34" charset="0"/>
                <a:cs typeface="Calibri" pitchFamily="34" charset="0"/>
              </a:rPr>
              <a:t>ALLAH</a:t>
            </a:r>
          </a:p>
          <a:p>
            <a:pPr algn="r"/>
            <a:r>
              <a:rPr lang="id-ID" sz="2800" b="1" dirty="0" smtClean="0">
                <a:latin typeface="Calibri" pitchFamily="34" charset="0"/>
                <a:cs typeface="Calibri" pitchFamily="34" charset="0"/>
              </a:rPr>
              <a:t>BERKARYA</a:t>
            </a:r>
            <a:endParaRPr lang="id-ID" sz="2800" b="1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91674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ZA" smtClean="0"/>
              <a:pPr/>
              <a:t>13</a:t>
            </a:fld>
            <a:endParaRPr lang="en-ZA" dirty="0"/>
          </a:p>
        </p:txBody>
      </p:sp>
      <p:sp>
        <p:nvSpPr>
          <p:cNvPr id="8" name="Rectangle 7"/>
          <p:cNvSpPr/>
          <p:nvPr/>
        </p:nvSpPr>
        <p:spPr>
          <a:xfrm>
            <a:off x="450375" y="38620"/>
            <a:ext cx="9580729" cy="6571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id-ID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BAGAIMANA</a:t>
            </a:r>
            <a:r>
              <a:rPr lang="id-ID" sz="36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 </a:t>
            </a:r>
            <a:r>
              <a:rPr lang="id-ID" sz="36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Allah itu berkarya:</a:t>
            </a:r>
          </a:p>
          <a:p>
            <a:pPr lvl="0"/>
            <a:endParaRPr lang="id-ID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 lvl="0">
              <a:spcBef>
                <a:spcPts val="600"/>
              </a:spcBef>
            </a:pPr>
            <a:r>
              <a:rPr lang="id-ID" sz="36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Pada mulanya </a:t>
            </a:r>
            <a:r>
              <a:rPr lang="id-ID" sz="3600" b="1" u="sng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Allah</a:t>
            </a:r>
            <a:r>
              <a:rPr lang="id-ID" sz="36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menciptakan langit dan bumi.</a:t>
            </a:r>
          </a:p>
          <a:p>
            <a:pPr lvl="0">
              <a:spcBef>
                <a:spcPts val="600"/>
              </a:spcBef>
            </a:pPr>
            <a:endParaRPr lang="id-ID" sz="3600" dirty="0" smtClean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lvl="0">
              <a:spcBef>
                <a:spcPts val="600"/>
              </a:spcBef>
            </a:pPr>
            <a:r>
              <a:rPr lang="id-ID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BERESHIT BARA </a:t>
            </a:r>
            <a:r>
              <a:rPr lang="id-ID" sz="3600" b="1" u="sng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ELOHIM</a:t>
            </a:r>
            <a:r>
              <a:rPr lang="id-ID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ET HASHAMAYIM VE-ET HA ERETZ</a:t>
            </a:r>
          </a:p>
          <a:p>
            <a:pPr lvl="0">
              <a:spcBef>
                <a:spcPts val="600"/>
              </a:spcBef>
            </a:pPr>
            <a:endParaRPr lang="id-ID" sz="3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 lvl="0">
              <a:spcBef>
                <a:spcPts val="600"/>
              </a:spcBef>
            </a:pPr>
            <a:r>
              <a:rPr lang="id-ID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Di dalam Kejadian 1:1 dikatakan disana : “Allah” mencipta – ini menjelaskan bagaimana Allah mencipta.</a:t>
            </a:r>
          </a:p>
          <a:p>
            <a:pPr lvl="0"/>
            <a:endParaRPr lang="id-ID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" name="Picture 3" descr="hebrewletters2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3990" y="504043"/>
            <a:ext cx="1905000" cy="12096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117538" y="5718412"/>
            <a:ext cx="19379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dirty="0" smtClean="0">
                <a:latin typeface="Calibri" pitchFamily="34" charset="0"/>
                <a:cs typeface="Calibri" pitchFamily="34" charset="0"/>
              </a:rPr>
              <a:t>KEJADIAN 1</a:t>
            </a:r>
            <a:endParaRPr lang="id-ID" sz="2800" b="1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91674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ZA" smtClean="0"/>
              <a:pPr/>
              <a:t>14</a:t>
            </a:fld>
            <a:endParaRPr lang="en-ZA" dirty="0"/>
          </a:p>
        </p:txBody>
      </p:sp>
      <p:sp>
        <p:nvSpPr>
          <p:cNvPr id="8" name="Rectangle 7"/>
          <p:cNvSpPr/>
          <p:nvPr/>
        </p:nvSpPr>
        <p:spPr>
          <a:xfrm>
            <a:off x="450375" y="38620"/>
            <a:ext cx="9580729" cy="6571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id-ID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BAGAIMANA</a:t>
            </a:r>
            <a:r>
              <a:rPr lang="id-ID" sz="36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 </a:t>
            </a:r>
            <a:r>
              <a:rPr lang="id-ID" sz="36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Allah itu berkarya.</a:t>
            </a:r>
          </a:p>
          <a:p>
            <a:pPr lvl="0"/>
            <a:r>
              <a:rPr lang="id-ID" sz="36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Bumi belum berbentuk dan kosong; gelap gulita menutupi samudera raya, dan </a:t>
            </a:r>
            <a:r>
              <a:rPr lang="id-ID" sz="3600" b="1" u="sng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Roh Allah </a:t>
            </a:r>
            <a:r>
              <a:rPr lang="id-ID" sz="36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melayang-layang di atas permukaan air.</a:t>
            </a:r>
          </a:p>
          <a:p>
            <a:pPr lvl="0"/>
            <a:endParaRPr lang="id-ID" sz="3600" dirty="0" smtClean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lvl="0"/>
            <a:r>
              <a:rPr lang="id-ID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VE HA ARETZ HAYITAH TOHU VAVOHU VECHOSHECH AL PENEI TEHOM VE </a:t>
            </a:r>
            <a:r>
              <a:rPr lang="id-ID" sz="3200" b="1" u="sng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RUAH ELOHIM</a:t>
            </a:r>
            <a:r>
              <a:rPr lang="id-ID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MERACHEFET AL PENEI HAMAYIM</a:t>
            </a:r>
          </a:p>
          <a:p>
            <a:pPr lvl="0"/>
            <a:endParaRPr lang="id-ID" sz="3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 lvl="0">
              <a:spcBef>
                <a:spcPts val="600"/>
              </a:spcBef>
            </a:pPr>
            <a:r>
              <a:rPr lang="id-ID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Di dalam Kejadian 1:2 dikatakan disana : “Roh Allah” melayang2 memberi kehidupan – ini menjelaskan bagaimana Roh Allah menghidupkan.</a:t>
            </a:r>
            <a:endParaRPr lang="id-ID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6" name="Picture 5" descr="downlo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085695" y="95529"/>
            <a:ext cx="1968139" cy="20335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117538" y="5718412"/>
            <a:ext cx="19379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dirty="0" smtClean="0">
                <a:latin typeface="Calibri" pitchFamily="34" charset="0"/>
                <a:cs typeface="Calibri" pitchFamily="34" charset="0"/>
              </a:rPr>
              <a:t>KEJADIAN 2</a:t>
            </a:r>
            <a:endParaRPr lang="id-ID" sz="2800" b="1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91674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ZA" smtClean="0"/>
              <a:pPr/>
              <a:t>15</a:t>
            </a:fld>
            <a:endParaRPr lang="en-ZA" dirty="0"/>
          </a:p>
        </p:txBody>
      </p:sp>
      <p:sp>
        <p:nvSpPr>
          <p:cNvPr id="8" name="Rectangle 7"/>
          <p:cNvSpPr/>
          <p:nvPr/>
        </p:nvSpPr>
        <p:spPr>
          <a:xfrm>
            <a:off x="450375" y="38620"/>
            <a:ext cx="9580729" cy="63555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id-ID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BAGAIMANA</a:t>
            </a:r>
            <a:r>
              <a:rPr lang="id-ID" sz="36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 </a:t>
            </a:r>
            <a:r>
              <a:rPr lang="id-ID" sz="36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Allah itu berkarya.</a:t>
            </a:r>
          </a:p>
          <a:p>
            <a:pPr lvl="0"/>
            <a:r>
              <a:rPr lang="id-ID" sz="36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Ber</a:t>
            </a:r>
            <a:r>
              <a:rPr lang="id-ID" sz="3600" b="1" u="sng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firman</a:t>
            </a:r>
            <a:r>
              <a:rPr lang="id-ID" sz="36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lah </a:t>
            </a:r>
            <a:r>
              <a:rPr lang="id-ID" sz="3600" b="1" u="sng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Allah</a:t>
            </a:r>
            <a:r>
              <a:rPr lang="id-ID" sz="36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: "Jadilah terang." Lalu terang itu jadi.</a:t>
            </a:r>
          </a:p>
          <a:p>
            <a:pPr lvl="0"/>
            <a:endParaRPr lang="id-ID" sz="3600" dirty="0" smtClean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lvl="0"/>
            <a:r>
              <a:rPr lang="id-ID" sz="3600" u="sng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VAY </a:t>
            </a:r>
            <a:r>
              <a:rPr lang="id-ID" sz="3600" b="1" u="sng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YOMER</a:t>
            </a:r>
            <a:r>
              <a:rPr lang="id-ID" sz="3600" u="sng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id-ID" sz="3600" b="1" u="sng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ELOHIM</a:t>
            </a:r>
            <a:r>
              <a:rPr lang="id-ID" sz="3600" u="sng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id-ID" sz="36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YEHI OR VAY HI OR</a:t>
            </a:r>
          </a:p>
          <a:p>
            <a:pPr lvl="0"/>
            <a:endParaRPr lang="id-ID" sz="3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 lvl="0">
              <a:spcBef>
                <a:spcPts val="600"/>
              </a:spcBef>
            </a:pPr>
            <a:r>
              <a:rPr lang="id-ID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Di dalam Kejadian 1:3 dikatakan disana : “Firman Allah” – ini menjelaskan bagaimana Firman Allah mengeksekusi penciptaan.</a:t>
            </a:r>
          </a:p>
          <a:p>
            <a:pPr lvl="0">
              <a:spcBef>
                <a:spcPts val="600"/>
              </a:spcBef>
            </a:pPr>
            <a:r>
              <a:rPr lang="id-ID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Ini sejalan dengan QS Yasin(36): 82</a:t>
            </a:r>
          </a:p>
          <a:p>
            <a:pPr lvl="0">
              <a:spcBef>
                <a:spcPts val="600"/>
              </a:spcBef>
            </a:pPr>
            <a:r>
              <a:rPr lang="id-ID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Yakulla lahu kun fayakun</a:t>
            </a:r>
            <a:endParaRPr lang="id-ID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" name="Picture 3" descr="85967572125356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2284" y="95532"/>
            <a:ext cx="1941394" cy="14560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117538" y="5718412"/>
            <a:ext cx="19379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dirty="0" smtClean="0">
                <a:latin typeface="Calibri" pitchFamily="34" charset="0"/>
                <a:cs typeface="Calibri" pitchFamily="34" charset="0"/>
              </a:rPr>
              <a:t>KEJADIAN 3</a:t>
            </a:r>
            <a:endParaRPr lang="id-ID" sz="2800" b="1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91674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ZA" smtClean="0"/>
              <a:pPr/>
              <a:t>16</a:t>
            </a:fld>
            <a:endParaRPr lang="en-ZA" dirty="0"/>
          </a:p>
        </p:txBody>
      </p:sp>
      <p:sp>
        <p:nvSpPr>
          <p:cNvPr id="8" name="Rectangle 7"/>
          <p:cNvSpPr/>
          <p:nvPr/>
        </p:nvSpPr>
        <p:spPr>
          <a:xfrm>
            <a:off x="450375" y="38620"/>
            <a:ext cx="9580729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id-ID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BAGAIMANA</a:t>
            </a:r>
            <a:r>
              <a:rPr lang="id-ID" sz="36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 </a:t>
            </a:r>
            <a:r>
              <a:rPr lang="id-ID" sz="36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Allah itu berkarya.</a:t>
            </a:r>
          </a:p>
          <a:p>
            <a:pPr lvl="0"/>
            <a:r>
              <a:rPr lang="id-ID" sz="36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Jadi kesatuan</a:t>
            </a:r>
          </a:p>
          <a:p>
            <a:pPr lvl="0"/>
            <a:r>
              <a:rPr lang="id-ID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Allah (Bapa)</a:t>
            </a:r>
          </a:p>
          <a:p>
            <a:pPr lvl="0"/>
            <a:r>
              <a:rPr lang="id-ID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Roh (Kudus)</a:t>
            </a:r>
          </a:p>
          <a:p>
            <a:pPr lvl="0"/>
            <a:r>
              <a:rPr lang="id-ID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Firman (Isa Almasih-kutip Qs. 4:171)</a:t>
            </a:r>
          </a:p>
          <a:p>
            <a:pPr lvl="0"/>
            <a:endParaRPr lang="id-ID" sz="3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 lvl="0"/>
            <a:r>
              <a:rPr lang="id-ID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Inilah yang didalam iman Kristen disebut Tritunggal.</a:t>
            </a:r>
          </a:p>
          <a:p>
            <a:pPr lvl="0"/>
            <a:endParaRPr lang="id-ID" sz="3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 lvl="0"/>
            <a:r>
              <a:rPr lang="id-ID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Bukan Keberapaan Allah, tetapi Kebagaimanaan Allah itu berkarya, contohnya didalam penciptaan.</a:t>
            </a:r>
            <a:endParaRPr lang="id-ID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" name="Picture 3" descr="earth-1617121_960_720.jpg"/>
          <p:cNvPicPr>
            <a:picLocks noChangeAspect="1"/>
          </p:cNvPicPr>
          <p:nvPr/>
        </p:nvPicPr>
        <p:blipFill>
          <a:blip r:embed="rId2"/>
          <a:srcRect l="27332" t="5396" r="22379" b="2878"/>
          <a:stretch>
            <a:fillRect/>
          </a:stretch>
        </p:blipFill>
        <p:spPr>
          <a:xfrm>
            <a:off x="7710984" y="376710"/>
            <a:ext cx="1924335" cy="197070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091674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ZA" smtClean="0"/>
              <a:pPr/>
              <a:t>17</a:t>
            </a:fld>
            <a:endParaRPr lang="en-ZA" dirty="0"/>
          </a:p>
        </p:txBody>
      </p:sp>
      <p:sp>
        <p:nvSpPr>
          <p:cNvPr id="8" name="Rectangle 7"/>
          <p:cNvSpPr/>
          <p:nvPr/>
        </p:nvSpPr>
        <p:spPr>
          <a:xfrm>
            <a:off x="163773" y="-2324"/>
            <a:ext cx="9867331" cy="689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id-ID" sz="2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I  : Bro, Isa itu diciptakan dari FirmanNya, Isa bukan </a:t>
            </a:r>
          </a:p>
          <a:p>
            <a:pPr lvl="0"/>
            <a:r>
              <a:rPr lang="id-ID" sz="2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	Firman Allah! Isa itu kalimat ciptaan bro!</a:t>
            </a:r>
          </a:p>
          <a:p>
            <a:pPr lvl="0"/>
            <a:r>
              <a:rPr lang="id-ID" sz="2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K : Maaf bro, pernyataan itu bodoh sekali.</a:t>
            </a:r>
          </a:p>
          <a:p>
            <a:pPr lvl="0"/>
            <a:r>
              <a:rPr lang="id-ID" sz="2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I  : Kok bodoh? Maksudnya bagaimana???</a:t>
            </a:r>
          </a:p>
          <a:p>
            <a:pPr lvl="0"/>
            <a:r>
              <a:rPr lang="id-ID" sz="2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K : Iya bodoh, kalau Isa = Firman itu diciptakan, padahal kamu percaya 	“Yakulla lahu kun Fayakun”, yang artinya “Berfirmanlah Allah 	jadi maka jadilah”.</a:t>
            </a:r>
          </a:p>
          <a:p>
            <a:pPr lvl="0"/>
            <a:endParaRPr lang="id-ID" sz="2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 lvl="0"/>
            <a:r>
              <a:rPr lang="id-ID" sz="2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	Nah, bodohnya disini, Firman apa lagi yg Allah punya untuk 	menciptakan FirmanNya?????</a:t>
            </a:r>
          </a:p>
          <a:p>
            <a:pPr lvl="0"/>
            <a:endParaRPr lang="id-ID" sz="2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 lvl="0"/>
            <a:r>
              <a:rPr lang="id-ID" sz="2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	Atau kah Allah pada mulanya bisu? Baru kemudian Dia 	menciptakan Firman???</a:t>
            </a:r>
          </a:p>
          <a:p>
            <a:pPr lvl="0"/>
            <a:endParaRPr lang="id-ID" sz="2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 lvl="0"/>
            <a:r>
              <a:rPr lang="id-ID" sz="2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	Apakah jika seseorang diam saja, atau tidak berfirman, itu 	artinya dia tidak punya firman? Apakah kamu berfikir Allah 	linglung???</a:t>
            </a:r>
            <a:endParaRPr lang="id-ID" sz="2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6" name="Picture 5" descr="5291c08e0a40c0ffc57349428fcc3a3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7070" y="72786"/>
            <a:ext cx="1994847" cy="19948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167578" y="2224579"/>
            <a:ext cx="187429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Allah tanpa “Firman” </a:t>
            </a:r>
          </a:p>
          <a:p>
            <a:pPr algn="ctr"/>
            <a:r>
              <a:rPr lang="id-ID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= </a:t>
            </a:r>
          </a:p>
          <a:p>
            <a:pPr algn="ctr"/>
            <a:r>
              <a:rPr lang="id-ID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“Bisu”</a:t>
            </a:r>
          </a:p>
          <a:p>
            <a:pPr algn="ctr"/>
            <a:r>
              <a:rPr lang="id-ID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Allah tanpa “Roh” </a:t>
            </a:r>
          </a:p>
          <a:p>
            <a:pPr algn="ctr"/>
            <a:r>
              <a:rPr lang="id-ID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= “Almarhum”</a:t>
            </a:r>
            <a:endParaRPr lang="id-ID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91674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F67328976">
  <a:themeElements>
    <a:clrScheme name="Custom 13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CB8B3"/>
      </a:accent1>
      <a:accent2>
        <a:srgbClr val="F5D66E"/>
      </a:accent2>
      <a:accent3>
        <a:srgbClr val="D78189"/>
      </a:accent3>
      <a:accent4>
        <a:srgbClr val="7030A0"/>
      </a:accent4>
      <a:accent5>
        <a:srgbClr val="0070C0"/>
      </a:accent5>
      <a:accent6>
        <a:srgbClr val="C4D36D"/>
      </a:accent6>
      <a:hlink>
        <a:srgbClr val="54C3BD"/>
      </a:hlink>
      <a:folHlink>
        <a:srgbClr val="54C3BD"/>
      </a:folHlink>
    </a:clrScheme>
    <a:fontScheme name="Custom 154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="" xmlns:thm15="http://schemas.microsoft.com/office/thememl/2012/main" name="Minimalistic Presentation Layout_SB - v6" id="{67056ED3-B4C9-43D6-B04E-246645D2F1A5}" vid="{EF913330-EBA1-4EBC-8C4F-D710DC878F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1BBB5711-29E1-4F8E-81A0-7947C57B2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6CB1848-D3E0-4F10-B640-720BE758B85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934E25-8442-49E9-ABDF-3146C4145F3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TF67328976</Template>
  <TotalTime>0</TotalTime>
  <Words>809</Words>
  <Application>Microsoft Office PowerPoint</Application>
  <PresentationFormat>Custom</PresentationFormat>
  <Paragraphs>202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TF67328976</vt:lpstr>
      <vt:lpstr>Keilahian  Yesus</vt:lpstr>
      <vt:lpstr>Slide 2</vt:lpstr>
      <vt:lpstr>Slide 3</vt:lpstr>
      <vt:lpstr>Slide 4</vt:lpstr>
      <vt:lpstr>Slide 5</vt:lpstr>
      <vt:lpstr>Slide 6</vt:lpstr>
      <vt:lpstr>Slide 7</vt:lpstr>
      <vt:lpstr>Pernahkah Yesus mengaku sebagai allah?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2019-02-15T04:15:10Z</dcterms:created>
  <dcterms:modified xsi:type="dcterms:W3CDTF">2019-08-29T16:34:56Z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